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342" y="1370848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9" cy="2172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0908" y="10111106"/>
            <a:ext cx="500380" cy="499109"/>
          </a:xfrm>
          <a:custGeom>
            <a:avLst/>
            <a:gdLst/>
            <a:ahLst/>
            <a:cxnLst/>
            <a:rect l="l" t="t" r="r" b="b"/>
            <a:pathLst>
              <a:path w="500380" h="499109">
                <a:moveTo>
                  <a:pt x="250044" y="0"/>
                </a:moveTo>
                <a:lnTo>
                  <a:pt x="205094" y="4016"/>
                </a:lnTo>
                <a:lnTo>
                  <a:pt x="162789" y="15598"/>
                </a:lnTo>
                <a:lnTo>
                  <a:pt x="123835" y="34042"/>
                </a:lnTo>
                <a:lnTo>
                  <a:pt x="88937" y="58643"/>
                </a:lnTo>
                <a:lnTo>
                  <a:pt x="58802" y="88700"/>
                </a:lnTo>
                <a:lnTo>
                  <a:pt x="34135" y="123509"/>
                </a:lnTo>
                <a:lnTo>
                  <a:pt x="15641" y="162367"/>
                </a:lnTo>
                <a:lnTo>
                  <a:pt x="4028" y="204570"/>
                </a:lnTo>
                <a:lnTo>
                  <a:pt x="0" y="249416"/>
                </a:lnTo>
                <a:lnTo>
                  <a:pt x="4028" y="294248"/>
                </a:lnTo>
                <a:lnTo>
                  <a:pt x="15641" y="336444"/>
                </a:lnTo>
                <a:lnTo>
                  <a:pt x="34135" y="375299"/>
                </a:lnTo>
                <a:lnTo>
                  <a:pt x="58802" y="410110"/>
                </a:lnTo>
                <a:lnTo>
                  <a:pt x="88937" y="440171"/>
                </a:lnTo>
                <a:lnTo>
                  <a:pt x="123835" y="464779"/>
                </a:lnTo>
                <a:lnTo>
                  <a:pt x="162789" y="483228"/>
                </a:lnTo>
                <a:lnTo>
                  <a:pt x="205094" y="494814"/>
                </a:lnTo>
                <a:lnTo>
                  <a:pt x="250044" y="498832"/>
                </a:lnTo>
                <a:lnTo>
                  <a:pt x="294994" y="494814"/>
                </a:lnTo>
                <a:lnTo>
                  <a:pt x="337299" y="483228"/>
                </a:lnTo>
                <a:lnTo>
                  <a:pt x="376253" y="464779"/>
                </a:lnTo>
                <a:lnTo>
                  <a:pt x="411151" y="440171"/>
                </a:lnTo>
                <a:lnTo>
                  <a:pt x="441287" y="410110"/>
                </a:lnTo>
                <a:lnTo>
                  <a:pt x="465954" y="375299"/>
                </a:lnTo>
                <a:lnTo>
                  <a:pt x="484447" y="336444"/>
                </a:lnTo>
                <a:lnTo>
                  <a:pt x="496061" y="294248"/>
                </a:lnTo>
                <a:lnTo>
                  <a:pt x="500089" y="249416"/>
                </a:lnTo>
                <a:lnTo>
                  <a:pt x="496061" y="204570"/>
                </a:lnTo>
                <a:lnTo>
                  <a:pt x="484447" y="162367"/>
                </a:lnTo>
                <a:lnTo>
                  <a:pt x="465954" y="123509"/>
                </a:lnTo>
                <a:lnTo>
                  <a:pt x="441287" y="88700"/>
                </a:lnTo>
                <a:lnTo>
                  <a:pt x="411151" y="58643"/>
                </a:lnTo>
                <a:lnTo>
                  <a:pt x="376253" y="34042"/>
                </a:lnTo>
                <a:lnTo>
                  <a:pt x="337299" y="15598"/>
                </a:lnTo>
                <a:lnTo>
                  <a:pt x="294994" y="4016"/>
                </a:lnTo>
                <a:lnTo>
                  <a:pt x="250044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06990" y="1716387"/>
            <a:ext cx="1047926" cy="1046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099" y="572622"/>
            <a:ext cx="8855710" cy="85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8358617" y="10226771"/>
            <a:ext cx="360044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igilent.com/reference/learn/programmable-logic/tutorials/zybo-creating-custom-ip-cores/start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4620" y="4164722"/>
            <a:ext cx="12667615" cy="1031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/>
              <a:t>СОЗДАНИЕ</a:t>
            </a:r>
            <a:r>
              <a:rPr dirty="0" sz="6600" spc="-100"/>
              <a:t> </a:t>
            </a:r>
            <a:r>
              <a:rPr dirty="0" sz="6600" spc="90"/>
              <a:t>КОМПОНЕНТА</a:t>
            </a:r>
            <a:r>
              <a:rPr dirty="0" sz="6600" spc="-80"/>
              <a:t> </a:t>
            </a:r>
            <a:r>
              <a:rPr dirty="0" sz="6600" spc="-40"/>
              <a:t>(IP)</a:t>
            </a:r>
            <a:endParaRPr sz="6600"/>
          </a:p>
        </p:txBody>
      </p:sp>
      <p:sp>
        <p:nvSpPr>
          <p:cNvPr id="3" name="object 3" descr=""/>
          <p:cNvSpPr txBox="1"/>
          <p:nvPr/>
        </p:nvSpPr>
        <p:spPr>
          <a:xfrm>
            <a:off x="2024620" y="6972218"/>
            <a:ext cx="5652770" cy="201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7995">
              <a:lnSpc>
                <a:spcPct val="120900"/>
              </a:lnSpc>
              <a:spcBef>
                <a:spcPts val="9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Проектирование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цифровой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техники</a:t>
            </a:r>
            <a:r>
              <a:rPr dirty="0" sz="27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применением</a:t>
            </a:r>
            <a:r>
              <a:rPr dirty="0" sz="27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ПЛИС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20900"/>
              </a:lnSpc>
              <a:spcBef>
                <a:spcPts val="5"/>
              </a:spcBef>
            </a:pP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2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аппаратного</a:t>
            </a:r>
            <a:r>
              <a:rPr dirty="0" sz="27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языка</a:t>
            </a:r>
            <a:r>
              <a:rPr dirty="0" sz="27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разработки </a:t>
            </a:r>
            <a:r>
              <a:rPr dirty="0" sz="2700" b="1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46248" y="7053891"/>
            <a:ext cx="198882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Н.</a:t>
            </a:r>
            <a:r>
              <a:rPr dirty="0" sz="2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80" b="1">
                <a:solidFill>
                  <a:srgbClr val="FFFFFF"/>
                </a:solidFill>
                <a:latin typeface="Arial"/>
                <a:cs typeface="Arial"/>
              </a:rPr>
              <a:t>Г.</a:t>
            </a:r>
            <a:r>
              <a:rPr dirty="0" sz="26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Зайцев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476225" y="7656416"/>
            <a:ext cx="8487410" cy="2900045"/>
            <a:chOff x="10476225" y="7656416"/>
            <a:chExt cx="8487410" cy="290004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9576" y="7659662"/>
              <a:ext cx="3481674" cy="25255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76116" y="7659662"/>
              <a:ext cx="3101162" cy="24941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7291096" y="7656416"/>
              <a:ext cx="1672589" cy="237490"/>
            </a:xfrm>
            <a:custGeom>
              <a:avLst/>
              <a:gdLst/>
              <a:ahLst/>
              <a:cxnLst/>
              <a:rect l="l" t="t" r="r" b="b"/>
              <a:pathLst>
                <a:path w="1672590" h="237490">
                  <a:moveTo>
                    <a:pt x="25863" y="3245"/>
                  </a:moveTo>
                  <a:lnTo>
                    <a:pt x="0" y="3245"/>
                  </a:lnTo>
                  <a:lnTo>
                    <a:pt x="0" y="198423"/>
                  </a:lnTo>
                  <a:lnTo>
                    <a:pt x="25863" y="198423"/>
                  </a:lnTo>
                  <a:lnTo>
                    <a:pt x="25863" y="107117"/>
                  </a:lnTo>
                  <a:lnTo>
                    <a:pt x="74027" y="107117"/>
                  </a:lnTo>
                  <a:lnTo>
                    <a:pt x="68353" y="102758"/>
                  </a:lnTo>
                  <a:lnTo>
                    <a:pt x="58951" y="98635"/>
                  </a:lnTo>
                  <a:lnTo>
                    <a:pt x="65233" y="96018"/>
                  </a:lnTo>
                  <a:lnTo>
                    <a:pt x="70678" y="92562"/>
                  </a:lnTo>
                  <a:lnTo>
                    <a:pt x="74631" y="88793"/>
                  </a:lnTo>
                  <a:lnTo>
                    <a:pt x="25863" y="88793"/>
                  </a:lnTo>
                  <a:lnTo>
                    <a:pt x="25863" y="3245"/>
                  </a:lnTo>
                  <a:close/>
                </a:path>
                <a:path w="1672590" h="237490">
                  <a:moveTo>
                    <a:pt x="74027" y="107117"/>
                  </a:moveTo>
                  <a:lnTo>
                    <a:pt x="35391" y="107117"/>
                  </a:lnTo>
                  <a:lnTo>
                    <a:pt x="43546" y="109944"/>
                  </a:lnTo>
                  <a:lnTo>
                    <a:pt x="43359" y="109944"/>
                  </a:lnTo>
                  <a:lnTo>
                    <a:pt x="71725" y="145440"/>
                  </a:lnTo>
                  <a:lnTo>
                    <a:pt x="104394" y="198423"/>
                  </a:lnTo>
                  <a:lnTo>
                    <a:pt x="136435" y="198423"/>
                  </a:lnTo>
                  <a:lnTo>
                    <a:pt x="96227" y="133503"/>
                  </a:lnTo>
                  <a:lnTo>
                    <a:pt x="87028" y="120231"/>
                  </a:lnTo>
                  <a:lnTo>
                    <a:pt x="77707" y="109944"/>
                  </a:lnTo>
                  <a:lnTo>
                    <a:pt x="74027" y="107117"/>
                  </a:lnTo>
                  <a:close/>
                </a:path>
                <a:path w="1672590" h="237490">
                  <a:moveTo>
                    <a:pt x="134027" y="3245"/>
                  </a:moveTo>
                  <a:lnTo>
                    <a:pt x="110671" y="3245"/>
                  </a:lnTo>
                  <a:lnTo>
                    <a:pt x="103871" y="4921"/>
                  </a:lnTo>
                  <a:lnTo>
                    <a:pt x="97483" y="8586"/>
                  </a:lnTo>
                  <a:lnTo>
                    <a:pt x="90991" y="12146"/>
                  </a:lnTo>
                  <a:lnTo>
                    <a:pt x="69107" y="48899"/>
                  </a:lnTo>
                  <a:lnTo>
                    <a:pt x="63769" y="60781"/>
                  </a:lnTo>
                  <a:lnTo>
                    <a:pt x="34010" y="88361"/>
                  </a:lnTo>
                  <a:lnTo>
                    <a:pt x="25863" y="88793"/>
                  </a:lnTo>
                  <a:lnTo>
                    <a:pt x="74631" y="88793"/>
                  </a:lnTo>
                  <a:lnTo>
                    <a:pt x="91829" y="57066"/>
                  </a:lnTo>
                  <a:lnTo>
                    <a:pt x="95656" y="48112"/>
                  </a:lnTo>
                  <a:lnTo>
                    <a:pt x="115273" y="25758"/>
                  </a:lnTo>
                  <a:lnTo>
                    <a:pt x="134550" y="25758"/>
                  </a:lnTo>
                  <a:lnTo>
                    <a:pt x="134550" y="3455"/>
                  </a:lnTo>
                  <a:lnTo>
                    <a:pt x="134027" y="3245"/>
                  </a:lnTo>
                  <a:close/>
                </a:path>
                <a:path w="1672590" h="237490">
                  <a:moveTo>
                    <a:pt x="181774" y="3245"/>
                  </a:moveTo>
                  <a:lnTo>
                    <a:pt x="158319" y="3245"/>
                  </a:lnTo>
                  <a:lnTo>
                    <a:pt x="158319" y="198423"/>
                  </a:lnTo>
                  <a:lnTo>
                    <a:pt x="184182" y="198423"/>
                  </a:lnTo>
                  <a:lnTo>
                    <a:pt x="211589" y="157796"/>
                  </a:lnTo>
                  <a:lnTo>
                    <a:pt x="181774" y="157796"/>
                  </a:lnTo>
                  <a:lnTo>
                    <a:pt x="181774" y="3245"/>
                  </a:lnTo>
                  <a:close/>
                </a:path>
                <a:path w="1672590" h="237490">
                  <a:moveTo>
                    <a:pt x="311508" y="44291"/>
                  </a:moveTo>
                  <a:lnTo>
                    <a:pt x="288158" y="44291"/>
                  </a:lnTo>
                  <a:lnTo>
                    <a:pt x="288158" y="198423"/>
                  </a:lnTo>
                  <a:lnTo>
                    <a:pt x="311508" y="198423"/>
                  </a:lnTo>
                  <a:lnTo>
                    <a:pt x="311508" y="44291"/>
                  </a:lnTo>
                  <a:close/>
                </a:path>
                <a:path w="1672590" h="237490">
                  <a:moveTo>
                    <a:pt x="311508" y="3245"/>
                  </a:moveTo>
                  <a:lnTo>
                    <a:pt x="285541" y="3245"/>
                  </a:lnTo>
                  <a:lnTo>
                    <a:pt x="181774" y="157796"/>
                  </a:lnTo>
                  <a:lnTo>
                    <a:pt x="211589" y="157796"/>
                  </a:lnTo>
                  <a:lnTo>
                    <a:pt x="288158" y="44291"/>
                  </a:lnTo>
                  <a:lnTo>
                    <a:pt x="311508" y="44291"/>
                  </a:lnTo>
                  <a:lnTo>
                    <a:pt x="311508" y="3245"/>
                  </a:lnTo>
                  <a:close/>
                </a:path>
                <a:path w="1672590" h="237490">
                  <a:moveTo>
                    <a:pt x="507733" y="3245"/>
                  </a:moveTo>
                  <a:lnTo>
                    <a:pt x="354230" y="3245"/>
                  </a:lnTo>
                  <a:lnTo>
                    <a:pt x="354230" y="198423"/>
                  </a:lnTo>
                  <a:lnTo>
                    <a:pt x="379988" y="198423"/>
                  </a:lnTo>
                  <a:lnTo>
                    <a:pt x="379988" y="26281"/>
                  </a:lnTo>
                  <a:lnTo>
                    <a:pt x="507733" y="26281"/>
                  </a:lnTo>
                  <a:lnTo>
                    <a:pt x="507733" y="3245"/>
                  </a:lnTo>
                  <a:close/>
                </a:path>
                <a:path w="1672590" h="237490">
                  <a:moveTo>
                    <a:pt x="507733" y="26281"/>
                  </a:moveTo>
                  <a:lnTo>
                    <a:pt x="481765" y="26281"/>
                  </a:lnTo>
                  <a:lnTo>
                    <a:pt x="481765" y="198423"/>
                  </a:lnTo>
                  <a:lnTo>
                    <a:pt x="507733" y="198423"/>
                  </a:lnTo>
                  <a:lnTo>
                    <a:pt x="507733" y="26281"/>
                  </a:lnTo>
                  <a:close/>
                </a:path>
                <a:path w="1672590" h="237490">
                  <a:moveTo>
                    <a:pt x="632693" y="3363"/>
                  </a:moveTo>
                  <a:lnTo>
                    <a:pt x="549930" y="3363"/>
                  </a:lnTo>
                  <a:lnTo>
                    <a:pt x="549930" y="198423"/>
                  </a:lnTo>
                  <a:lnTo>
                    <a:pt x="575793" y="198423"/>
                  </a:lnTo>
                  <a:lnTo>
                    <a:pt x="575793" y="119053"/>
                  </a:lnTo>
                  <a:lnTo>
                    <a:pt x="625844" y="119053"/>
                  </a:lnTo>
                  <a:lnTo>
                    <a:pt x="673582" y="109424"/>
                  </a:lnTo>
                  <a:lnTo>
                    <a:pt x="687474" y="96122"/>
                  </a:lnTo>
                  <a:lnTo>
                    <a:pt x="575793" y="96122"/>
                  </a:lnTo>
                  <a:lnTo>
                    <a:pt x="575793" y="26281"/>
                  </a:lnTo>
                  <a:lnTo>
                    <a:pt x="689692" y="26281"/>
                  </a:lnTo>
                  <a:lnTo>
                    <a:pt x="689088" y="25025"/>
                  </a:lnTo>
                  <a:lnTo>
                    <a:pt x="653278" y="5130"/>
                  </a:lnTo>
                  <a:lnTo>
                    <a:pt x="640687" y="3717"/>
                  </a:lnTo>
                  <a:lnTo>
                    <a:pt x="632693" y="3363"/>
                  </a:lnTo>
                  <a:close/>
                </a:path>
                <a:path w="1672590" h="237490">
                  <a:moveTo>
                    <a:pt x="689692" y="26281"/>
                  </a:moveTo>
                  <a:lnTo>
                    <a:pt x="637362" y="26281"/>
                  </a:lnTo>
                  <a:lnTo>
                    <a:pt x="645425" y="26910"/>
                  </a:lnTo>
                  <a:lnTo>
                    <a:pt x="649823" y="28061"/>
                  </a:lnTo>
                  <a:lnTo>
                    <a:pt x="656524" y="29946"/>
                  </a:lnTo>
                  <a:lnTo>
                    <a:pt x="661969" y="33716"/>
                  </a:lnTo>
                  <a:lnTo>
                    <a:pt x="666053" y="39579"/>
                  </a:lnTo>
                  <a:lnTo>
                    <a:pt x="670241" y="45338"/>
                  </a:lnTo>
                  <a:lnTo>
                    <a:pt x="672335" y="52354"/>
                  </a:lnTo>
                  <a:lnTo>
                    <a:pt x="672335" y="60521"/>
                  </a:lnTo>
                  <a:lnTo>
                    <a:pt x="647624" y="93779"/>
                  </a:lnTo>
                  <a:lnTo>
                    <a:pt x="626263" y="96122"/>
                  </a:lnTo>
                  <a:lnTo>
                    <a:pt x="687474" y="96122"/>
                  </a:lnTo>
                  <a:lnTo>
                    <a:pt x="690008" y="92770"/>
                  </a:lnTo>
                  <a:lnTo>
                    <a:pt x="694952" y="82706"/>
                  </a:lnTo>
                  <a:lnTo>
                    <a:pt x="697933" y="71681"/>
                  </a:lnTo>
                  <a:lnTo>
                    <a:pt x="698861" y="60521"/>
                  </a:lnTo>
                  <a:lnTo>
                    <a:pt x="698931" y="59684"/>
                  </a:lnTo>
                  <a:lnTo>
                    <a:pt x="692963" y="33087"/>
                  </a:lnTo>
                  <a:lnTo>
                    <a:pt x="689692" y="26281"/>
                  </a:lnTo>
                  <a:close/>
                </a:path>
                <a:path w="1672590" h="237490">
                  <a:moveTo>
                    <a:pt x="884266" y="26281"/>
                  </a:moveTo>
                  <a:lnTo>
                    <a:pt x="858403" y="26281"/>
                  </a:lnTo>
                  <a:lnTo>
                    <a:pt x="858403" y="198423"/>
                  </a:lnTo>
                  <a:lnTo>
                    <a:pt x="884266" y="198423"/>
                  </a:lnTo>
                  <a:lnTo>
                    <a:pt x="884266" y="26281"/>
                  </a:lnTo>
                  <a:close/>
                </a:path>
                <a:path w="1672590" h="237490">
                  <a:moveTo>
                    <a:pt x="948871" y="3245"/>
                  </a:moveTo>
                  <a:lnTo>
                    <a:pt x="794111" y="3245"/>
                  </a:lnTo>
                  <a:lnTo>
                    <a:pt x="794111" y="26281"/>
                  </a:lnTo>
                  <a:lnTo>
                    <a:pt x="948871" y="26281"/>
                  </a:lnTo>
                  <a:lnTo>
                    <a:pt x="948871" y="3245"/>
                  </a:lnTo>
                  <a:close/>
                </a:path>
                <a:path w="1672590" h="237490">
                  <a:moveTo>
                    <a:pt x="981854" y="174340"/>
                  </a:moveTo>
                  <a:lnTo>
                    <a:pt x="981854" y="196433"/>
                  </a:lnTo>
                  <a:lnTo>
                    <a:pt x="991592" y="199575"/>
                  </a:lnTo>
                  <a:lnTo>
                    <a:pt x="999760" y="201145"/>
                  </a:lnTo>
                  <a:lnTo>
                    <a:pt x="1006356" y="201145"/>
                  </a:lnTo>
                  <a:lnTo>
                    <a:pt x="1040414" y="180308"/>
                  </a:lnTo>
                  <a:lnTo>
                    <a:pt x="996095" y="180308"/>
                  </a:lnTo>
                  <a:lnTo>
                    <a:pt x="988765" y="178319"/>
                  </a:lnTo>
                  <a:lnTo>
                    <a:pt x="981854" y="174340"/>
                  </a:lnTo>
                  <a:close/>
                </a:path>
                <a:path w="1672590" h="237490">
                  <a:moveTo>
                    <a:pt x="982273" y="3245"/>
                  </a:moveTo>
                  <a:lnTo>
                    <a:pt x="956201" y="3245"/>
                  </a:lnTo>
                  <a:lnTo>
                    <a:pt x="1035256" y="146697"/>
                  </a:lnTo>
                  <a:lnTo>
                    <a:pt x="1031236" y="156493"/>
                  </a:lnTo>
                  <a:lnTo>
                    <a:pt x="1010126" y="180308"/>
                  </a:lnTo>
                  <a:lnTo>
                    <a:pt x="1040414" y="180308"/>
                  </a:lnTo>
                  <a:lnTo>
                    <a:pt x="1041525" y="178620"/>
                  </a:lnTo>
                  <a:lnTo>
                    <a:pt x="1047463" y="168069"/>
                  </a:lnTo>
                  <a:lnTo>
                    <a:pt x="1053999" y="155073"/>
                  </a:lnTo>
                  <a:lnTo>
                    <a:pt x="1069568" y="122823"/>
                  </a:lnTo>
                  <a:lnTo>
                    <a:pt x="1045936" y="122823"/>
                  </a:lnTo>
                  <a:lnTo>
                    <a:pt x="982273" y="3245"/>
                  </a:lnTo>
                  <a:close/>
                </a:path>
                <a:path w="1672590" h="237490">
                  <a:moveTo>
                    <a:pt x="1127295" y="3245"/>
                  </a:moveTo>
                  <a:lnTo>
                    <a:pt x="1101537" y="3245"/>
                  </a:lnTo>
                  <a:lnTo>
                    <a:pt x="1045936" y="122823"/>
                  </a:lnTo>
                  <a:lnTo>
                    <a:pt x="1069568" y="122823"/>
                  </a:lnTo>
                  <a:lnTo>
                    <a:pt x="1127295" y="3245"/>
                  </a:lnTo>
                  <a:close/>
                </a:path>
                <a:path w="1672590" h="237490">
                  <a:moveTo>
                    <a:pt x="1233993" y="0"/>
                  </a:moveTo>
                  <a:lnTo>
                    <a:pt x="1186665" y="11727"/>
                  </a:lnTo>
                  <a:lnTo>
                    <a:pt x="1153472" y="46176"/>
                  </a:lnTo>
                  <a:lnTo>
                    <a:pt x="1142576" y="84622"/>
                  </a:lnTo>
                  <a:lnTo>
                    <a:pt x="1141850" y="99368"/>
                  </a:lnTo>
                  <a:lnTo>
                    <a:pt x="1142412" y="111339"/>
                  </a:lnTo>
                  <a:lnTo>
                    <a:pt x="1142496" y="113129"/>
                  </a:lnTo>
                  <a:lnTo>
                    <a:pt x="1152111" y="151723"/>
                  </a:lnTo>
                  <a:lnTo>
                    <a:pt x="1182267" y="188894"/>
                  </a:lnTo>
                  <a:lnTo>
                    <a:pt x="1218534" y="200969"/>
                  </a:lnTo>
                  <a:lnTo>
                    <a:pt x="1233575" y="201773"/>
                  </a:lnTo>
                  <a:lnTo>
                    <a:pt x="1248222" y="200733"/>
                  </a:lnTo>
                  <a:lnTo>
                    <a:pt x="1261702" y="197611"/>
                  </a:lnTo>
                  <a:lnTo>
                    <a:pt x="1274023" y="192409"/>
                  </a:lnTo>
                  <a:lnTo>
                    <a:pt x="1285196" y="185125"/>
                  </a:lnTo>
                  <a:lnTo>
                    <a:pt x="1290868" y="179680"/>
                  </a:lnTo>
                  <a:lnTo>
                    <a:pt x="1231480" y="179680"/>
                  </a:lnTo>
                  <a:lnTo>
                    <a:pt x="1222686" y="179109"/>
                  </a:lnTo>
                  <a:lnTo>
                    <a:pt x="1184977" y="158948"/>
                  </a:lnTo>
                  <a:lnTo>
                    <a:pt x="1170252" y="122600"/>
                  </a:lnTo>
                  <a:lnTo>
                    <a:pt x="1168450" y="99368"/>
                  </a:lnTo>
                  <a:lnTo>
                    <a:pt x="1168837" y="89681"/>
                  </a:lnTo>
                  <a:lnTo>
                    <a:pt x="1182961" y="45443"/>
                  </a:lnTo>
                  <a:lnTo>
                    <a:pt x="1222647" y="22762"/>
                  </a:lnTo>
                  <a:lnTo>
                    <a:pt x="1233470" y="22093"/>
                  </a:lnTo>
                  <a:lnTo>
                    <a:pt x="1291327" y="22093"/>
                  </a:lnTo>
                  <a:lnTo>
                    <a:pt x="1283207" y="14868"/>
                  </a:lnTo>
                  <a:lnTo>
                    <a:pt x="1272646" y="8348"/>
                  </a:lnTo>
                  <a:lnTo>
                    <a:pt x="1260917" y="3704"/>
                  </a:lnTo>
                  <a:lnTo>
                    <a:pt x="1248029" y="924"/>
                  </a:lnTo>
                  <a:lnTo>
                    <a:pt x="1233993" y="0"/>
                  </a:lnTo>
                  <a:close/>
                </a:path>
                <a:path w="1672590" h="237490">
                  <a:moveTo>
                    <a:pt x="1288547" y="130048"/>
                  </a:moveTo>
                  <a:lnTo>
                    <a:pt x="1268128" y="167115"/>
                  </a:lnTo>
                  <a:lnTo>
                    <a:pt x="1231480" y="179680"/>
                  </a:lnTo>
                  <a:lnTo>
                    <a:pt x="1290868" y="179680"/>
                  </a:lnTo>
                  <a:lnTo>
                    <a:pt x="1312394" y="142718"/>
                  </a:lnTo>
                  <a:lnTo>
                    <a:pt x="1314410" y="136540"/>
                  </a:lnTo>
                  <a:lnTo>
                    <a:pt x="1288547" y="130048"/>
                  </a:lnTo>
                  <a:close/>
                </a:path>
                <a:path w="1672590" h="237490">
                  <a:moveTo>
                    <a:pt x="1291327" y="22093"/>
                  </a:moveTo>
                  <a:lnTo>
                    <a:pt x="1233470" y="22093"/>
                  </a:lnTo>
                  <a:lnTo>
                    <a:pt x="1243769" y="22762"/>
                  </a:lnTo>
                  <a:lnTo>
                    <a:pt x="1243104" y="22762"/>
                  </a:lnTo>
                  <a:lnTo>
                    <a:pt x="1277304" y="44370"/>
                  </a:lnTo>
                  <a:lnTo>
                    <a:pt x="1285615" y="62825"/>
                  </a:lnTo>
                  <a:lnTo>
                    <a:pt x="1311059" y="56752"/>
                  </a:lnTo>
                  <a:lnTo>
                    <a:pt x="1306368" y="44008"/>
                  </a:lnTo>
                  <a:lnTo>
                    <a:pt x="1300207" y="32878"/>
                  </a:lnTo>
                  <a:lnTo>
                    <a:pt x="1299313" y="31726"/>
                  </a:lnTo>
                  <a:lnTo>
                    <a:pt x="1292432" y="23076"/>
                  </a:lnTo>
                  <a:lnTo>
                    <a:pt x="1291327" y="22093"/>
                  </a:lnTo>
                  <a:close/>
                </a:path>
                <a:path w="1672590" h="237490">
                  <a:moveTo>
                    <a:pt x="1343728" y="174340"/>
                  </a:moveTo>
                  <a:lnTo>
                    <a:pt x="1343728" y="196433"/>
                  </a:lnTo>
                  <a:lnTo>
                    <a:pt x="1353466" y="199575"/>
                  </a:lnTo>
                  <a:lnTo>
                    <a:pt x="1361633" y="201145"/>
                  </a:lnTo>
                  <a:lnTo>
                    <a:pt x="1368230" y="201145"/>
                  </a:lnTo>
                  <a:lnTo>
                    <a:pt x="1402308" y="180308"/>
                  </a:lnTo>
                  <a:lnTo>
                    <a:pt x="1357969" y="180308"/>
                  </a:lnTo>
                  <a:lnTo>
                    <a:pt x="1350639" y="178319"/>
                  </a:lnTo>
                  <a:lnTo>
                    <a:pt x="1343728" y="174340"/>
                  </a:lnTo>
                  <a:close/>
                </a:path>
                <a:path w="1672590" h="237490">
                  <a:moveTo>
                    <a:pt x="1344147" y="3245"/>
                  </a:moveTo>
                  <a:lnTo>
                    <a:pt x="1318075" y="3245"/>
                  </a:lnTo>
                  <a:lnTo>
                    <a:pt x="1397130" y="146697"/>
                  </a:lnTo>
                  <a:lnTo>
                    <a:pt x="1393110" y="156493"/>
                  </a:lnTo>
                  <a:lnTo>
                    <a:pt x="1372000" y="180308"/>
                  </a:lnTo>
                  <a:lnTo>
                    <a:pt x="1402308" y="180308"/>
                  </a:lnTo>
                  <a:lnTo>
                    <a:pt x="1403412" y="178620"/>
                  </a:lnTo>
                  <a:lnTo>
                    <a:pt x="1409338" y="168069"/>
                  </a:lnTo>
                  <a:lnTo>
                    <a:pt x="1415873" y="155073"/>
                  </a:lnTo>
                  <a:lnTo>
                    <a:pt x="1431442" y="122823"/>
                  </a:lnTo>
                  <a:lnTo>
                    <a:pt x="1407810" y="122823"/>
                  </a:lnTo>
                  <a:lnTo>
                    <a:pt x="1344147" y="3245"/>
                  </a:lnTo>
                  <a:close/>
                </a:path>
                <a:path w="1672590" h="237490">
                  <a:moveTo>
                    <a:pt x="1489169" y="3245"/>
                  </a:moveTo>
                  <a:lnTo>
                    <a:pt x="1463410" y="3245"/>
                  </a:lnTo>
                  <a:lnTo>
                    <a:pt x="1407810" y="122823"/>
                  </a:lnTo>
                  <a:lnTo>
                    <a:pt x="1431442" y="122823"/>
                  </a:lnTo>
                  <a:lnTo>
                    <a:pt x="1489169" y="3245"/>
                  </a:lnTo>
                  <a:close/>
                </a:path>
                <a:path w="1672590" h="237490">
                  <a:moveTo>
                    <a:pt x="1672305" y="171198"/>
                  </a:moveTo>
                  <a:lnTo>
                    <a:pt x="1645080" y="171198"/>
                  </a:lnTo>
                  <a:lnTo>
                    <a:pt x="1645080" y="198423"/>
                  </a:lnTo>
                  <a:lnTo>
                    <a:pt x="1658588" y="198423"/>
                  </a:lnTo>
                  <a:lnTo>
                    <a:pt x="1658378" y="206485"/>
                  </a:lnTo>
                  <a:lnTo>
                    <a:pt x="1657017" y="212768"/>
                  </a:lnTo>
                  <a:lnTo>
                    <a:pt x="1652201" y="221354"/>
                  </a:lnTo>
                  <a:lnTo>
                    <a:pt x="1648536" y="224600"/>
                  </a:lnTo>
                  <a:lnTo>
                    <a:pt x="1643405" y="226799"/>
                  </a:lnTo>
                  <a:lnTo>
                    <a:pt x="1650106" y="237060"/>
                  </a:lnTo>
                  <a:lnTo>
                    <a:pt x="1657855" y="233710"/>
                  </a:lnTo>
                  <a:lnTo>
                    <a:pt x="1663404" y="228893"/>
                  </a:lnTo>
                  <a:lnTo>
                    <a:pt x="1670525" y="216537"/>
                  </a:lnTo>
                  <a:lnTo>
                    <a:pt x="1672305" y="208475"/>
                  </a:lnTo>
                  <a:lnTo>
                    <a:pt x="1672305" y="171198"/>
                  </a:lnTo>
                  <a:close/>
                </a:path>
                <a:path w="1672590" h="237490">
                  <a:moveTo>
                    <a:pt x="1593920" y="3363"/>
                  </a:moveTo>
                  <a:lnTo>
                    <a:pt x="1511158" y="3363"/>
                  </a:lnTo>
                  <a:lnTo>
                    <a:pt x="1511158" y="198423"/>
                  </a:lnTo>
                  <a:lnTo>
                    <a:pt x="1537021" y="198423"/>
                  </a:lnTo>
                  <a:lnTo>
                    <a:pt x="1537021" y="119053"/>
                  </a:lnTo>
                  <a:lnTo>
                    <a:pt x="1587072" y="119053"/>
                  </a:lnTo>
                  <a:lnTo>
                    <a:pt x="1634809" y="109424"/>
                  </a:lnTo>
                  <a:lnTo>
                    <a:pt x="1648701" y="96122"/>
                  </a:lnTo>
                  <a:lnTo>
                    <a:pt x="1537021" y="96122"/>
                  </a:lnTo>
                  <a:lnTo>
                    <a:pt x="1537021" y="26281"/>
                  </a:lnTo>
                  <a:lnTo>
                    <a:pt x="1650920" y="26281"/>
                  </a:lnTo>
                  <a:lnTo>
                    <a:pt x="1650316" y="25025"/>
                  </a:lnTo>
                  <a:lnTo>
                    <a:pt x="1614505" y="5130"/>
                  </a:lnTo>
                  <a:lnTo>
                    <a:pt x="1601914" y="3717"/>
                  </a:lnTo>
                  <a:lnTo>
                    <a:pt x="1593920" y="3363"/>
                  </a:lnTo>
                  <a:close/>
                </a:path>
                <a:path w="1672590" h="237490">
                  <a:moveTo>
                    <a:pt x="1650920" y="26281"/>
                  </a:moveTo>
                  <a:lnTo>
                    <a:pt x="1598590" y="26281"/>
                  </a:lnTo>
                  <a:lnTo>
                    <a:pt x="1606652" y="26910"/>
                  </a:lnTo>
                  <a:lnTo>
                    <a:pt x="1611050" y="28061"/>
                  </a:lnTo>
                  <a:lnTo>
                    <a:pt x="1617751" y="29946"/>
                  </a:lnTo>
                  <a:lnTo>
                    <a:pt x="1623196" y="33716"/>
                  </a:lnTo>
                  <a:lnTo>
                    <a:pt x="1627280" y="39579"/>
                  </a:lnTo>
                  <a:lnTo>
                    <a:pt x="1631468" y="45338"/>
                  </a:lnTo>
                  <a:lnTo>
                    <a:pt x="1633562" y="52354"/>
                  </a:lnTo>
                  <a:lnTo>
                    <a:pt x="1633562" y="60521"/>
                  </a:lnTo>
                  <a:lnTo>
                    <a:pt x="1608851" y="93779"/>
                  </a:lnTo>
                  <a:lnTo>
                    <a:pt x="1587490" y="96122"/>
                  </a:lnTo>
                  <a:lnTo>
                    <a:pt x="1648701" y="96122"/>
                  </a:lnTo>
                  <a:lnTo>
                    <a:pt x="1651235" y="92770"/>
                  </a:lnTo>
                  <a:lnTo>
                    <a:pt x="1656179" y="82706"/>
                  </a:lnTo>
                  <a:lnTo>
                    <a:pt x="1659160" y="71681"/>
                  </a:lnTo>
                  <a:lnTo>
                    <a:pt x="1660089" y="60521"/>
                  </a:lnTo>
                  <a:lnTo>
                    <a:pt x="1660158" y="59684"/>
                  </a:lnTo>
                  <a:lnTo>
                    <a:pt x="1654190" y="33087"/>
                  </a:lnTo>
                  <a:lnTo>
                    <a:pt x="1650920" y="26281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6225" y="8069597"/>
              <a:ext cx="2346001" cy="1988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25470" y="8019023"/>
              <a:ext cx="1246663" cy="24941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69827" y="8015567"/>
              <a:ext cx="3256445" cy="25287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7545953" y="8019027"/>
              <a:ext cx="369570" cy="195580"/>
            </a:xfrm>
            <a:custGeom>
              <a:avLst/>
              <a:gdLst/>
              <a:ahLst/>
              <a:cxnLst/>
              <a:rect l="l" t="t" r="r" b="b"/>
              <a:pathLst>
                <a:path w="369569" h="195579">
                  <a:moveTo>
                    <a:pt x="73621" y="112547"/>
                  </a:moveTo>
                  <a:lnTo>
                    <a:pt x="0" y="112547"/>
                  </a:lnTo>
                  <a:lnTo>
                    <a:pt x="0" y="136652"/>
                  </a:lnTo>
                  <a:lnTo>
                    <a:pt x="73621" y="136652"/>
                  </a:lnTo>
                  <a:lnTo>
                    <a:pt x="73621" y="112547"/>
                  </a:lnTo>
                  <a:close/>
                </a:path>
                <a:path w="369569" h="195579">
                  <a:moveTo>
                    <a:pt x="242925" y="0"/>
                  </a:moveTo>
                  <a:lnTo>
                    <a:pt x="88163" y="0"/>
                  </a:lnTo>
                  <a:lnTo>
                    <a:pt x="88163" y="23037"/>
                  </a:lnTo>
                  <a:lnTo>
                    <a:pt x="152450" y="23037"/>
                  </a:lnTo>
                  <a:lnTo>
                    <a:pt x="152450" y="195173"/>
                  </a:lnTo>
                  <a:lnTo>
                    <a:pt x="178320" y="195173"/>
                  </a:lnTo>
                  <a:lnTo>
                    <a:pt x="178320" y="23037"/>
                  </a:lnTo>
                  <a:lnTo>
                    <a:pt x="242925" y="23037"/>
                  </a:lnTo>
                  <a:lnTo>
                    <a:pt x="242925" y="0"/>
                  </a:lnTo>
                  <a:close/>
                </a:path>
                <a:path w="369569" h="195579">
                  <a:moveTo>
                    <a:pt x="316852" y="124917"/>
                  </a:moveTo>
                  <a:lnTo>
                    <a:pt x="275069" y="64185"/>
                  </a:lnTo>
                  <a:lnTo>
                    <a:pt x="254965" y="64185"/>
                  </a:lnTo>
                  <a:lnTo>
                    <a:pt x="290144" y="124917"/>
                  </a:lnTo>
                  <a:lnTo>
                    <a:pt x="254965" y="185648"/>
                  </a:lnTo>
                  <a:lnTo>
                    <a:pt x="275069" y="185648"/>
                  </a:lnTo>
                  <a:lnTo>
                    <a:pt x="316852" y="124917"/>
                  </a:lnTo>
                  <a:close/>
                </a:path>
                <a:path w="369569" h="195579">
                  <a:moveTo>
                    <a:pt x="369100" y="124917"/>
                  </a:moveTo>
                  <a:lnTo>
                    <a:pt x="326593" y="64185"/>
                  </a:lnTo>
                  <a:lnTo>
                    <a:pt x="306908" y="64185"/>
                  </a:lnTo>
                  <a:lnTo>
                    <a:pt x="341668" y="124917"/>
                  </a:lnTo>
                  <a:lnTo>
                    <a:pt x="307009" y="185648"/>
                  </a:lnTo>
                  <a:lnTo>
                    <a:pt x="326593" y="185648"/>
                  </a:lnTo>
                  <a:lnTo>
                    <a:pt x="369100" y="124917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8110" y="9094801"/>
              <a:ext cx="2285689" cy="25255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0478110" y="9091352"/>
              <a:ext cx="5885180" cy="1465580"/>
            </a:xfrm>
            <a:custGeom>
              <a:avLst/>
              <a:gdLst/>
              <a:ahLst/>
              <a:cxnLst/>
              <a:rect l="l" t="t" r="r" b="b"/>
              <a:pathLst>
                <a:path w="5885180" h="1465579">
                  <a:moveTo>
                    <a:pt x="147320" y="1351114"/>
                  </a:moveTo>
                  <a:lnTo>
                    <a:pt x="134175" y="1317561"/>
                  </a:lnTo>
                  <a:lnTo>
                    <a:pt x="132549" y="1315758"/>
                  </a:lnTo>
                  <a:lnTo>
                    <a:pt x="126263" y="1310881"/>
                  </a:lnTo>
                  <a:lnTo>
                    <a:pt x="120624" y="1307833"/>
                  </a:lnTo>
                  <a:lnTo>
                    <a:pt x="120624" y="1343837"/>
                  </a:lnTo>
                  <a:lnTo>
                    <a:pt x="120497" y="1357845"/>
                  </a:lnTo>
                  <a:lnTo>
                    <a:pt x="91935" y="1383728"/>
                  </a:lnTo>
                  <a:lnTo>
                    <a:pt x="88023" y="1384465"/>
                  </a:lnTo>
                  <a:lnTo>
                    <a:pt x="86550" y="1384465"/>
                  </a:lnTo>
                  <a:lnTo>
                    <a:pt x="82715" y="1384655"/>
                  </a:lnTo>
                  <a:lnTo>
                    <a:pt x="25857" y="1384655"/>
                  </a:lnTo>
                  <a:lnTo>
                    <a:pt x="25857" y="1317561"/>
                  </a:lnTo>
                  <a:lnTo>
                    <a:pt x="70993" y="1317561"/>
                  </a:lnTo>
                  <a:lnTo>
                    <a:pt x="111302" y="1326781"/>
                  </a:lnTo>
                  <a:lnTo>
                    <a:pt x="114960" y="1332141"/>
                  </a:lnTo>
                  <a:lnTo>
                    <a:pt x="118732" y="1337513"/>
                  </a:lnTo>
                  <a:lnTo>
                    <a:pt x="120624" y="1343837"/>
                  </a:lnTo>
                  <a:lnTo>
                    <a:pt x="120624" y="1307833"/>
                  </a:lnTo>
                  <a:lnTo>
                    <a:pt x="118935" y="1306906"/>
                  </a:lnTo>
                  <a:lnTo>
                    <a:pt x="110566" y="1303858"/>
                  </a:lnTo>
                  <a:lnTo>
                    <a:pt x="117030" y="1300187"/>
                  </a:lnTo>
                  <a:lnTo>
                    <a:pt x="122593" y="1295996"/>
                  </a:lnTo>
                  <a:lnTo>
                    <a:pt x="124040" y="1294536"/>
                  </a:lnTo>
                  <a:lnTo>
                    <a:pt x="127279" y="1291272"/>
                  </a:lnTo>
                  <a:lnTo>
                    <a:pt x="131089" y="1286014"/>
                  </a:lnTo>
                  <a:lnTo>
                    <a:pt x="135597" y="1278636"/>
                  </a:lnTo>
                  <a:lnTo>
                    <a:pt x="137896" y="1270787"/>
                  </a:lnTo>
                  <a:lnTo>
                    <a:pt x="137896" y="1262443"/>
                  </a:lnTo>
                  <a:lnTo>
                    <a:pt x="129425" y="1235557"/>
                  </a:lnTo>
                  <a:lnTo>
                    <a:pt x="126047" y="1230922"/>
                  </a:lnTo>
                  <a:lnTo>
                    <a:pt x="121132" y="1225969"/>
                  </a:lnTo>
                  <a:lnTo>
                    <a:pt x="115481" y="1221803"/>
                  </a:lnTo>
                  <a:lnTo>
                    <a:pt x="112445" y="1220216"/>
                  </a:lnTo>
                  <a:lnTo>
                    <a:pt x="112445" y="1259027"/>
                  </a:lnTo>
                  <a:lnTo>
                    <a:pt x="112445" y="1272336"/>
                  </a:lnTo>
                  <a:lnTo>
                    <a:pt x="79463" y="1294536"/>
                  </a:lnTo>
                  <a:lnTo>
                    <a:pt x="25857" y="1294536"/>
                  </a:lnTo>
                  <a:lnTo>
                    <a:pt x="25857" y="1235557"/>
                  </a:lnTo>
                  <a:lnTo>
                    <a:pt x="64808" y="1235557"/>
                  </a:lnTo>
                  <a:lnTo>
                    <a:pt x="104698" y="1243469"/>
                  </a:lnTo>
                  <a:lnTo>
                    <a:pt x="112445" y="1259027"/>
                  </a:lnTo>
                  <a:lnTo>
                    <a:pt x="112445" y="1220216"/>
                  </a:lnTo>
                  <a:lnTo>
                    <a:pt x="73190" y="1212519"/>
                  </a:lnTo>
                  <a:lnTo>
                    <a:pt x="0" y="1212519"/>
                  </a:lnTo>
                  <a:lnTo>
                    <a:pt x="0" y="1407693"/>
                  </a:lnTo>
                  <a:lnTo>
                    <a:pt x="74447" y="1407693"/>
                  </a:lnTo>
                  <a:lnTo>
                    <a:pt x="114439" y="1402257"/>
                  </a:lnTo>
                  <a:lnTo>
                    <a:pt x="127215" y="1394790"/>
                  </a:lnTo>
                  <a:lnTo>
                    <a:pt x="132969" y="1390523"/>
                  </a:lnTo>
                  <a:lnTo>
                    <a:pt x="137528" y="1384655"/>
                  </a:lnTo>
                  <a:lnTo>
                    <a:pt x="137680" y="1384465"/>
                  </a:lnTo>
                  <a:lnTo>
                    <a:pt x="141566" y="1376603"/>
                  </a:lnTo>
                  <a:lnTo>
                    <a:pt x="144094" y="1370596"/>
                  </a:lnTo>
                  <a:lnTo>
                    <a:pt x="145897" y="1364348"/>
                  </a:lnTo>
                  <a:lnTo>
                    <a:pt x="146964" y="1357845"/>
                  </a:lnTo>
                  <a:lnTo>
                    <a:pt x="147320" y="1351114"/>
                  </a:lnTo>
                  <a:close/>
                </a:path>
                <a:path w="5885180" h="1465579">
                  <a:moveTo>
                    <a:pt x="302501" y="1336738"/>
                  </a:moveTo>
                  <a:lnTo>
                    <a:pt x="301599" y="1323428"/>
                  </a:lnTo>
                  <a:lnTo>
                    <a:pt x="301459" y="1321358"/>
                  </a:lnTo>
                  <a:lnTo>
                    <a:pt x="301383" y="1320215"/>
                  </a:lnTo>
                  <a:lnTo>
                    <a:pt x="298018" y="1305648"/>
                  </a:lnTo>
                  <a:lnTo>
                    <a:pt x="292430" y="1293050"/>
                  </a:lnTo>
                  <a:lnTo>
                    <a:pt x="284899" y="1282814"/>
                  </a:lnTo>
                  <a:lnTo>
                    <a:pt x="284594" y="1282407"/>
                  </a:lnTo>
                  <a:lnTo>
                    <a:pt x="277266" y="1276007"/>
                  </a:lnTo>
                  <a:lnTo>
                    <a:pt x="277266" y="1323428"/>
                  </a:lnTo>
                  <a:lnTo>
                    <a:pt x="198310" y="1323428"/>
                  </a:lnTo>
                  <a:lnTo>
                    <a:pt x="199453" y="1315059"/>
                  </a:lnTo>
                  <a:lnTo>
                    <a:pt x="199504" y="1314640"/>
                  </a:lnTo>
                  <a:lnTo>
                    <a:pt x="201993" y="1306779"/>
                  </a:lnTo>
                  <a:lnTo>
                    <a:pt x="238518" y="1282814"/>
                  </a:lnTo>
                  <a:lnTo>
                    <a:pt x="247205" y="1283677"/>
                  </a:lnTo>
                  <a:lnTo>
                    <a:pt x="275996" y="1314640"/>
                  </a:lnTo>
                  <a:lnTo>
                    <a:pt x="276110" y="1315059"/>
                  </a:lnTo>
                  <a:lnTo>
                    <a:pt x="277266" y="1323428"/>
                  </a:lnTo>
                  <a:lnTo>
                    <a:pt x="277266" y="1276007"/>
                  </a:lnTo>
                  <a:lnTo>
                    <a:pt x="274929" y="1273962"/>
                  </a:lnTo>
                  <a:lnTo>
                    <a:pt x="264172" y="1268044"/>
                  </a:lnTo>
                  <a:lnTo>
                    <a:pt x="264337" y="1268044"/>
                  </a:lnTo>
                  <a:lnTo>
                    <a:pt x="251841" y="1264348"/>
                  </a:lnTo>
                  <a:lnTo>
                    <a:pt x="252044" y="1264348"/>
                  </a:lnTo>
                  <a:lnTo>
                    <a:pt x="238201" y="1263116"/>
                  </a:lnTo>
                  <a:lnTo>
                    <a:pt x="200444" y="1274191"/>
                  </a:lnTo>
                  <a:lnTo>
                    <a:pt x="176758" y="1306512"/>
                  </a:lnTo>
                  <a:lnTo>
                    <a:pt x="172237" y="1336738"/>
                  </a:lnTo>
                  <a:lnTo>
                    <a:pt x="172135" y="1338199"/>
                  </a:lnTo>
                  <a:lnTo>
                    <a:pt x="173253" y="1354086"/>
                  </a:lnTo>
                  <a:lnTo>
                    <a:pt x="173278" y="1354480"/>
                  </a:lnTo>
                  <a:lnTo>
                    <a:pt x="176695" y="1368831"/>
                  </a:lnTo>
                  <a:lnTo>
                    <a:pt x="200253" y="1400149"/>
                  </a:lnTo>
                  <a:lnTo>
                    <a:pt x="239572" y="1410893"/>
                  </a:lnTo>
                  <a:lnTo>
                    <a:pt x="251345" y="1410144"/>
                  </a:lnTo>
                  <a:lnTo>
                    <a:pt x="287286" y="1392313"/>
                  </a:lnTo>
                  <a:lnTo>
                    <a:pt x="288163" y="1391183"/>
                  </a:lnTo>
                  <a:lnTo>
                    <a:pt x="293344" y="1384503"/>
                  </a:lnTo>
                  <a:lnTo>
                    <a:pt x="298170" y="1375473"/>
                  </a:lnTo>
                  <a:lnTo>
                    <a:pt x="301764" y="1365224"/>
                  </a:lnTo>
                  <a:lnTo>
                    <a:pt x="276948" y="1362163"/>
                  </a:lnTo>
                  <a:lnTo>
                    <a:pt x="273964" y="1369237"/>
                  </a:lnTo>
                  <a:lnTo>
                    <a:pt x="270510" y="1375283"/>
                  </a:lnTo>
                  <a:lnTo>
                    <a:pt x="266585" y="1380286"/>
                  </a:lnTo>
                  <a:lnTo>
                    <a:pt x="262191" y="1384261"/>
                  </a:lnTo>
                  <a:lnTo>
                    <a:pt x="256006" y="1388884"/>
                  </a:lnTo>
                  <a:lnTo>
                    <a:pt x="248462" y="1391183"/>
                  </a:lnTo>
                  <a:lnTo>
                    <a:pt x="239674" y="1391183"/>
                  </a:lnTo>
                  <a:lnTo>
                    <a:pt x="204838" y="1371930"/>
                  </a:lnTo>
                  <a:lnTo>
                    <a:pt x="196951" y="1343126"/>
                  </a:lnTo>
                  <a:lnTo>
                    <a:pt x="302399" y="1343126"/>
                  </a:lnTo>
                  <a:lnTo>
                    <a:pt x="302501" y="1336738"/>
                  </a:lnTo>
                  <a:close/>
                </a:path>
                <a:path w="5885180" h="1465579">
                  <a:moveTo>
                    <a:pt x="458622" y="1387995"/>
                  </a:moveTo>
                  <a:lnTo>
                    <a:pt x="443331" y="1387995"/>
                  </a:lnTo>
                  <a:lnTo>
                    <a:pt x="443331" y="1286154"/>
                  </a:lnTo>
                  <a:lnTo>
                    <a:pt x="443331" y="1266304"/>
                  </a:lnTo>
                  <a:lnTo>
                    <a:pt x="419557" y="1266304"/>
                  </a:lnTo>
                  <a:lnTo>
                    <a:pt x="419557" y="1286154"/>
                  </a:lnTo>
                  <a:lnTo>
                    <a:pt x="419557" y="1387995"/>
                  </a:lnTo>
                  <a:lnTo>
                    <a:pt x="343547" y="1387995"/>
                  </a:lnTo>
                  <a:lnTo>
                    <a:pt x="351828" y="1369237"/>
                  </a:lnTo>
                  <a:lnTo>
                    <a:pt x="358140" y="1346022"/>
                  </a:lnTo>
                  <a:lnTo>
                    <a:pt x="362470" y="1318323"/>
                  </a:lnTo>
                  <a:lnTo>
                    <a:pt x="364794" y="1286154"/>
                  </a:lnTo>
                  <a:lnTo>
                    <a:pt x="419557" y="1286154"/>
                  </a:lnTo>
                  <a:lnTo>
                    <a:pt x="419557" y="1266304"/>
                  </a:lnTo>
                  <a:lnTo>
                    <a:pt x="344805" y="1266304"/>
                  </a:lnTo>
                  <a:lnTo>
                    <a:pt x="343700" y="1306664"/>
                  </a:lnTo>
                  <a:lnTo>
                    <a:pt x="339305" y="1340396"/>
                  </a:lnTo>
                  <a:lnTo>
                    <a:pt x="331609" y="1367510"/>
                  </a:lnTo>
                  <a:lnTo>
                    <a:pt x="320611" y="1387995"/>
                  </a:lnTo>
                  <a:lnTo>
                    <a:pt x="307949" y="1387995"/>
                  </a:lnTo>
                  <a:lnTo>
                    <a:pt x="307949" y="1447761"/>
                  </a:lnTo>
                  <a:lnTo>
                    <a:pt x="327634" y="1447761"/>
                  </a:lnTo>
                  <a:lnTo>
                    <a:pt x="327634" y="1407693"/>
                  </a:lnTo>
                  <a:lnTo>
                    <a:pt x="438937" y="1407693"/>
                  </a:lnTo>
                  <a:lnTo>
                    <a:pt x="438937" y="1447761"/>
                  </a:lnTo>
                  <a:lnTo>
                    <a:pt x="458622" y="1447761"/>
                  </a:lnTo>
                  <a:lnTo>
                    <a:pt x="458622" y="1407693"/>
                  </a:lnTo>
                  <a:lnTo>
                    <a:pt x="458622" y="1387995"/>
                  </a:lnTo>
                  <a:close/>
                </a:path>
                <a:path w="5885180" h="1465579">
                  <a:moveTo>
                    <a:pt x="601446" y="1266304"/>
                  </a:moveTo>
                  <a:lnTo>
                    <a:pt x="577469" y="1266304"/>
                  </a:lnTo>
                  <a:lnTo>
                    <a:pt x="547306" y="1348714"/>
                  </a:lnTo>
                  <a:lnTo>
                    <a:pt x="544512" y="1356626"/>
                  </a:lnTo>
                  <a:lnTo>
                    <a:pt x="541959" y="1364627"/>
                  </a:lnTo>
                  <a:lnTo>
                    <a:pt x="539686" y="1372450"/>
                  </a:lnTo>
                  <a:lnTo>
                    <a:pt x="537464" y="1380934"/>
                  </a:lnTo>
                  <a:lnTo>
                    <a:pt x="535190" y="1372730"/>
                  </a:lnTo>
                  <a:lnTo>
                    <a:pt x="532612" y="1364157"/>
                  </a:lnTo>
                  <a:lnTo>
                    <a:pt x="529971" y="1356067"/>
                  </a:lnTo>
                  <a:lnTo>
                    <a:pt x="527202" y="1348193"/>
                  </a:lnTo>
                  <a:lnTo>
                    <a:pt x="497776" y="1266304"/>
                  </a:lnTo>
                  <a:lnTo>
                    <a:pt x="471919" y="1266304"/>
                  </a:lnTo>
                  <a:lnTo>
                    <a:pt x="525526" y="1407972"/>
                  </a:lnTo>
                  <a:lnTo>
                    <a:pt x="523849" y="1412494"/>
                  </a:lnTo>
                  <a:lnTo>
                    <a:pt x="523430" y="1413827"/>
                  </a:lnTo>
                  <a:lnTo>
                    <a:pt x="520077" y="1423314"/>
                  </a:lnTo>
                  <a:lnTo>
                    <a:pt x="517677" y="1429270"/>
                  </a:lnTo>
                  <a:lnTo>
                    <a:pt x="516102" y="1431658"/>
                  </a:lnTo>
                  <a:lnTo>
                    <a:pt x="514121" y="1434858"/>
                  </a:lnTo>
                  <a:lnTo>
                    <a:pt x="511492" y="1437335"/>
                  </a:lnTo>
                  <a:lnTo>
                    <a:pt x="508254" y="1439113"/>
                  </a:lnTo>
                  <a:lnTo>
                    <a:pt x="505104" y="1440891"/>
                  </a:lnTo>
                  <a:lnTo>
                    <a:pt x="500811" y="1441780"/>
                  </a:lnTo>
                  <a:lnTo>
                    <a:pt x="491604" y="1441780"/>
                  </a:lnTo>
                  <a:lnTo>
                    <a:pt x="486994" y="1441069"/>
                  </a:lnTo>
                  <a:lnTo>
                    <a:pt x="481761" y="1439659"/>
                  </a:lnTo>
                  <a:lnTo>
                    <a:pt x="484479" y="1462151"/>
                  </a:lnTo>
                  <a:lnTo>
                    <a:pt x="490131" y="1464106"/>
                  </a:lnTo>
                  <a:lnTo>
                    <a:pt x="495261" y="1465072"/>
                  </a:lnTo>
                  <a:lnTo>
                    <a:pt x="507517" y="1465072"/>
                  </a:lnTo>
                  <a:lnTo>
                    <a:pt x="514121" y="1463230"/>
                  </a:lnTo>
                  <a:lnTo>
                    <a:pt x="519557" y="1459560"/>
                  </a:lnTo>
                  <a:lnTo>
                    <a:pt x="525106" y="1455877"/>
                  </a:lnTo>
                  <a:lnTo>
                    <a:pt x="529920" y="1450086"/>
                  </a:lnTo>
                  <a:lnTo>
                    <a:pt x="534225" y="1442173"/>
                  </a:lnTo>
                  <a:lnTo>
                    <a:pt x="534416" y="1441780"/>
                  </a:lnTo>
                  <a:lnTo>
                    <a:pt x="536879" y="1436878"/>
                  </a:lnTo>
                  <a:lnTo>
                    <a:pt x="539991" y="1429766"/>
                  </a:lnTo>
                  <a:lnTo>
                    <a:pt x="543598" y="1420837"/>
                  </a:lnTo>
                  <a:lnTo>
                    <a:pt x="547725" y="1410093"/>
                  </a:lnTo>
                  <a:lnTo>
                    <a:pt x="558622" y="1380934"/>
                  </a:lnTo>
                  <a:lnTo>
                    <a:pt x="601446" y="1266304"/>
                  </a:lnTo>
                  <a:close/>
                </a:path>
                <a:path w="5885180" h="1465579">
                  <a:moveTo>
                    <a:pt x="820178" y="1387995"/>
                  </a:moveTo>
                  <a:lnTo>
                    <a:pt x="804367" y="1387995"/>
                  </a:lnTo>
                  <a:lnTo>
                    <a:pt x="804367" y="1266304"/>
                  </a:lnTo>
                  <a:lnTo>
                    <a:pt x="780491" y="1266304"/>
                  </a:lnTo>
                  <a:lnTo>
                    <a:pt x="780491" y="1387995"/>
                  </a:lnTo>
                  <a:lnTo>
                    <a:pt x="725728" y="1387995"/>
                  </a:lnTo>
                  <a:lnTo>
                    <a:pt x="725728" y="1266304"/>
                  </a:lnTo>
                  <a:lnTo>
                    <a:pt x="701852" y="1266304"/>
                  </a:lnTo>
                  <a:lnTo>
                    <a:pt x="701852" y="1387995"/>
                  </a:lnTo>
                  <a:lnTo>
                    <a:pt x="647204" y="1387995"/>
                  </a:lnTo>
                  <a:lnTo>
                    <a:pt x="647204" y="1266304"/>
                  </a:lnTo>
                  <a:lnTo>
                    <a:pt x="623227" y="1266304"/>
                  </a:lnTo>
                  <a:lnTo>
                    <a:pt x="623227" y="1407693"/>
                  </a:lnTo>
                  <a:lnTo>
                    <a:pt x="800290" y="1407693"/>
                  </a:lnTo>
                  <a:lnTo>
                    <a:pt x="800290" y="1447761"/>
                  </a:lnTo>
                  <a:lnTo>
                    <a:pt x="820178" y="1447761"/>
                  </a:lnTo>
                  <a:lnTo>
                    <a:pt x="820178" y="1387995"/>
                  </a:lnTo>
                  <a:close/>
                </a:path>
                <a:path w="5885180" h="1465579">
                  <a:moveTo>
                    <a:pt x="963625" y="1266304"/>
                  </a:moveTo>
                  <a:lnTo>
                    <a:pt x="937768" y="1266304"/>
                  </a:lnTo>
                  <a:lnTo>
                    <a:pt x="871385" y="1374152"/>
                  </a:lnTo>
                  <a:lnTo>
                    <a:pt x="871385" y="1266304"/>
                  </a:lnTo>
                  <a:lnTo>
                    <a:pt x="847407" y="1266304"/>
                  </a:lnTo>
                  <a:lnTo>
                    <a:pt x="847407" y="1407693"/>
                  </a:lnTo>
                  <a:lnTo>
                    <a:pt x="873163" y="1407693"/>
                  </a:lnTo>
                  <a:lnTo>
                    <a:pt x="893978" y="1374152"/>
                  </a:lnTo>
                  <a:lnTo>
                    <a:pt x="939647" y="1300530"/>
                  </a:lnTo>
                  <a:lnTo>
                    <a:pt x="939647" y="1407693"/>
                  </a:lnTo>
                  <a:lnTo>
                    <a:pt x="963625" y="1407693"/>
                  </a:lnTo>
                  <a:lnTo>
                    <a:pt x="963625" y="1300530"/>
                  </a:lnTo>
                  <a:lnTo>
                    <a:pt x="963625" y="1266304"/>
                  </a:lnTo>
                  <a:close/>
                </a:path>
                <a:path w="5885180" h="1465579">
                  <a:moveTo>
                    <a:pt x="1099019" y="1212786"/>
                  </a:moveTo>
                  <a:lnTo>
                    <a:pt x="1082573" y="1212786"/>
                  </a:lnTo>
                  <a:lnTo>
                    <a:pt x="1081455" y="1218819"/>
                  </a:lnTo>
                  <a:lnTo>
                    <a:pt x="1081430" y="1218996"/>
                  </a:lnTo>
                  <a:lnTo>
                    <a:pt x="1079030" y="1223327"/>
                  </a:lnTo>
                  <a:lnTo>
                    <a:pt x="1078915" y="1223543"/>
                  </a:lnTo>
                  <a:lnTo>
                    <a:pt x="1071587" y="1229309"/>
                  </a:lnTo>
                  <a:lnTo>
                    <a:pt x="1066139" y="1230757"/>
                  </a:lnTo>
                  <a:lnTo>
                    <a:pt x="1052741" y="1230757"/>
                  </a:lnTo>
                  <a:lnTo>
                    <a:pt x="1038072" y="1218996"/>
                  </a:lnTo>
                  <a:lnTo>
                    <a:pt x="1037971" y="1218819"/>
                  </a:lnTo>
                  <a:lnTo>
                    <a:pt x="1036713" y="1212786"/>
                  </a:lnTo>
                  <a:lnTo>
                    <a:pt x="1020279" y="1212786"/>
                  </a:lnTo>
                  <a:lnTo>
                    <a:pt x="1044409" y="1245057"/>
                  </a:lnTo>
                  <a:lnTo>
                    <a:pt x="1059751" y="1247267"/>
                  </a:lnTo>
                  <a:lnTo>
                    <a:pt x="1067701" y="1246720"/>
                  </a:lnTo>
                  <a:lnTo>
                    <a:pt x="1097470" y="1220685"/>
                  </a:lnTo>
                  <a:lnTo>
                    <a:pt x="1099019" y="1212786"/>
                  </a:lnTo>
                  <a:close/>
                </a:path>
                <a:path w="5885180" h="1465579">
                  <a:moveTo>
                    <a:pt x="1115669" y="1266304"/>
                  </a:moveTo>
                  <a:lnTo>
                    <a:pt x="1089799" y="1266304"/>
                  </a:lnTo>
                  <a:lnTo>
                    <a:pt x="1023416" y="1374152"/>
                  </a:lnTo>
                  <a:lnTo>
                    <a:pt x="1023416" y="1266304"/>
                  </a:lnTo>
                  <a:lnTo>
                    <a:pt x="999439" y="1266304"/>
                  </a:lnTo>
                  <a:lnTo>
                    <a:pt x="999439" y="1407693"/>
                  </a:lnTo>
                  <a:lnTo>
                    <a:pt x="1025194" y="1407693"/>
                  </a:lnTo>
                  <a:lnTo>
                    <a:pt x="1046010" y="1374152"/>
                  </a:lnTo>
                  <a:lnTo>
                    <a:pt x="1091692" y="1300530"/>
                  </a:lnTo>
                  <a:lnTo>
                    <a:pt x="1091692" y="1407693"/>
                  </a:lnTo>
                  <a:lnTo>
                    <a:pt x="1115669" y="1407693"/>
                  </a:lnTo>
                  <a:lnTo>
                    <a:pt x="1115669" y="1300530"/>
                  </a:lnTo>
                  <a:lnTo>
                    <a:pt x="1115669" y="1266304"/>
                  </a:lnTo>
                  <a:close/>
                </a:path>
                <a:path w="5885180" h="1465579">
                  <a:moveTo>
                    <a:pt x="1339329" y="1266304"/>
                  </a:moveTo>
                  <a:lnTo>
                    <a:pt x="1313459" y="1266304"/>
                  </a:lnTo>
                  <a:lnTo>
                    <a:pt x="1247076" y="1374152"/>
                  </a:lnTo>
                  <a:lnTo>
                    <a:pt x="1247076" y="1266304"/>
                  </a:lnTo>
                  <a:lnTo>
                    <a:pt x="1223098" y="1266304"/>
                  </a:lnTo>
                  <a:lnTo>
                    <a:pt x="1223098" y="1407693"/>
                  </a:lnTo>
                  <a:lnTo>
                    <a:pt x="1248854" y="1407693"/>
                  </a:lnTo>
                  <a:lnTo>
                    <a:pt x="1269669" y="1374152"/>
                  </a:lnTo>
                  <a:lnTo>
                    <a:pt x="1315351" y="1300530"/>
                  </a:lnTo>
                  <a:lnTo>
                    <a:pt x="1315351" y="1407693"/>
                  </a:lnTo>
                  <a:lnTo>
                    <a:pt x="1339329" y="1407693"/>
                  </a:lnTo>
                  <a:lnTo>
                    <a:pt x="1339329" y="1300530"/>
                  </a:lnTo>
                  <a:lnTo>
                    <a:pt x="1339329" y="1266304"/>
                  </a:lnTo>
                  <a:close/>
                </a:path>
                <a:path w="5885180" h="1465579">
                  <a:moveTo>
                    <a:pt x="1489583" y="1266304"/>
                  </a:moveTo>
                  <a:lnTo>
                    <a:pt x="1465605" y="1266304"/>
                  </a:lnTo>
                  <a:lnTo>
                    <a:pt x="1465605" y="1325156"/>
                  </a:lnTo>
                  <a:lnTo>
                    <a:pt x="1399222" y="1325156"/>
                  </a:lnTo>
                  <a:lnTo>
                    <a:pt x="1399222" y="1266304"/>
                  </a:lnTo>
                  <a:lnTo>
                    <a:pt x="1375244" y="1266304"/>
                  </a:lnTo>
                  <a:lnTo>
                    <a:pt x="1375244" y="1407693"/>
                  </a:lnTo>
                  <a:lnTo>
                    <a:pt x="1399222" y="1407693"/>
                  </a:lnTo>
                  <a:lnTo>
                    <a:pt x="1399222" y="1344980"/>
                  </a:lnTo>
                  <a:lnTo>
                    <a:pt x="1465605" y="1344980"/>
                  </a:lnTo>
                  <a:lnTo>
                    <a:pt x="1465605" y="1407693"/>
                  </a:lnTo>
                  <a:lnTo>
                    <a:pt x="1489583" y="1407693"/>
                  </a:lnTo>
                  <a:lnTo>
                    <a:pt x="1489583" y="1344980"/>
                  </a:lnTo>
                  <a:lnTo>
                    <a:pt x="1489583" y="1325156"/>
                  </a:lnTo>
                  <a:lnTo>
                    <a:pt x="1489583" y="1266304"/>
                  </a:lnTo>
                  <a:close/>
                </a:path>
                <a:path w="5885180" h="1465579">
                  <a:moveTo>
                    <a:pt x="1691144" y="1407693"/>
                  </a:moveTo>
                  <a:lnTo>
                    <a:pt x="1664766" y="1363891"/>
                  </a:lnTo>
                  <a:lnTo>
                    <a:pt x="1634401" y="1335138"/>
                  </a:lnTo>
                  <a:lnTo>
                    <a:pt x="1640776" y="1332217"/>
                  </a:lnTo>
                  <a:lnTo>
                    <a:pt x="1658378" y="1306245"/>
                  </a:lnTo>
                  <a:lnTo>
                    <a:pt x="1662049" y="1296797"/>
                  </a:lnTo>
                  <a:lnTo>
                    <a:pt x="1662137" y="1296568"/>
                  </a:lnTo>
                  <a:lnTo>
                    <a:pt x="1664970" y="1290751"/>
                  </a:lnTo>
                  <a:lnTo>
                    <a:pt x="1668640" y="1286941"/>
                  </a:lnTo>
                  <a:lnTo>
                    <a:pt x="1672120" y="1286154"/>
                  </a:lnTo>
                  <a:lnTo>
                    <a:pt x="1685696" y="1286154"/>
                  </a:lnTo>
                  <a:lnTo>
                    <a:pt x="1685696" y="1266304"/>
                  </a:lnTo>
                  <a:lnTo>
                    <a:pt x="1667383" y="1266304"/>
                  </a:lnTo>
                  <a:lnTo>
                    <a:pt x="1660461" y="1268133"/>
                  </a:lnTo>
                  <a:lnTo>
                    <a:pt x="1637017" y="1306715"/>
                  </a:lnTo>
                  <a:lnTo>
                    <a:pt x="1636890" y="1306995"/>
                  </a:lnTo>
                  <a:lnTo>
                    <a:pt x="1633308" y="1314272"/>
                  </a:lnTo>
                  <a:lnTo>
                    <a:pt x="1633232" y="1314437"/>
                  </a:lnTo>
                  <a:lnTo>
                    <a:pt x="1630197" y="1319606"/>
                  </a:lnTo>
                  <a:lnTo>
                    <a:pt x="1630095" y="1319771"/>
                  </a:lnTo>
                  <a:lnTo>
                    <a:pt x="1627479" y="1323022"/>
                  </a:lnTo>
                  <a:lnTo>
                    <a:pt x="1624342" y="1325943"/>
                  </a:lnTo>
                  <a:lnTo>
                    <a:pt x="1619008" y="1327416"/>
                  </a:lnTo>
                  <a:lnTo>
                    <a:pt x="1611363" y="1327416"/>
                  </a:lnTo>
                  <a:lnTo>
                    <a:pt x="1611363" y="1266304"/>
                  </a:lnTo>
                  <a:lnTo>
                    <a:pt x="1586852" y="1266304"/>
                  </a:lnTo>
                  <a:lnTo>
                    <a:pt x="1586852" y="1327416"/>
                  </a:lnTo>
                  <a:lnTo>
                    <a:pt x="1579105" y="1327416"/>
                  </a:lnTo>
                  <a:lnTo>
                    <a:pt x="1565148" y="1314437"/>
                  </a:lnTo>
                  <a:lnTo>
                    <a:pt x="1565046" y="1314272"/>
                  </a:lnTo>
                  <a:lnTo>
                    <a:pt x="1561376" y="1306715"/>
                  </a:lnTo>
                  <a:lnTo>
                    <a:pt x="1557045" y="1296797"/>
                  </a:lnTo>
                  <a:lnTo>
                    <a:pt x="1552536" y="1286154"/>
                  </a:lnTo>
                  <a:lnTo>
                    <a:pt x="1548638" y="1278623"/>
                  </a:lnTo>
                  <a:lnTo>
                    <a:pt x="1525282" y="1266304"/>
                  </a:lnTo>
                  <a:lnTo>
                    <a:pt x="1512722" y="1266304"/>
                  </a:lnTo>
                  <a:lnTo>
                    <a:pt x="1512722" y="1286154"/>
                  </a:lnTo>
                  <a:lnTo>
                    <a:pt x="1525143" y="1286154"/>
                  </a:lnTo>
                  <a:lnTo>
                    <a:pt x="1527695" y="1286586"/>
                  </a:lnTo>
                  <a:lnTo>
                    <a:pt x="1540268" y="1306715"/>
                  </a:lnTo>
                  <a:lnTo>
                    <a:pt x="1543583" y="1314272"/>
                  </a:lnTo>
                  <a:lnTo>
                    <a:pt x="1563928" y="1335138"/>
                  </a:lnTo>
                  <a:lnTo>
                    <a:pt x="1556194" y="1338478"/>
                  </a:lnTo>
                  <a:lnTo>
                    <a:pt x="1548536" y="1344396"/>
                  </a:lnTo>
                  <a:lnTo>
                    <a:pt x="1540954" y="1352867"/>
                  </a:lnTo>
                  <a:lnTo>
                    <a:pt x="1533461" y="1363891"/>
                  </a:lnTo>
                  <a:lnTo>
                    <a:pt x="1507274" y="1407693"/>
                  </a:lnTo>
                  <a:lnTo>
                    <a:pt x="1533664" y="1407693"/>
                  </a:lnTo>
                  <a:lnTo>
                    <a:pt x="1564500" y="1355013"/>
                  </a:lnTo>
                  <a:lnTo>
                    <a:pt x="1569072" y="1349209"/>
                  </a:lnTo>
                  <a:lnTo>
                    <a:pt x="1572933" y="1346454"/>
                  </a:lnTo>
                  <a:lnTo>
                    <a:pt x="1576870" y="1343710"/>
                  </a:lnTo>
                  <a:lnTo>
                    <a:pt x="1581518" y="1342326"/>
                  </a:lnTo>
                  <a:lnTo>
                    <a:pt x="1586852" y="1342326"/>
                  </a:lnTo>
                  <a:lnTo>
                    <a:pt x="1586852" y="1407693"/>
                  </a:lnTo>
                  <a:lnTo>
                    <a:pt x="1611363" y="1407693"/>
                  </a:lnTo>
                  <a:lnTo>
                    <a:pt x="1611363" y="1342326"/>
                  </a:lnTo>
                  <a:lnTo>
                    <a:pt x="1616798" y="1342326"/>
                  </a:lnTo>
                  <a:lnTo>
                    <a:pt x="1664766" y="1407693"/>
                  </a:lnTo>
                  <a:lnTo>
                    <a:pt x="1691144" y="1407693"/>
                  </a:lnTo>
                  <a:close/>
                </a:path>
                <a:path w="5885180" h="1465579">
                  <a:moveTo>
                    <a:pt x="1830412" y="1336738"/>
                  </a:moveTo>
                  <a:lnTo>
                    <a:pt x="1829511" y="1323428"/>
                  </a:lnTo>
                  <a:lnTo>
                    <a:pt x="1829371" y="1321358"/>
                  </a:lnTo>
                  <a:lnTo>
                    <a:pt x="1829295" y="1320215"/>
                  </a:lnTo>
                  <a:lnTo>
                    <a:pt x="1825929" y="1305648"/>
                  </a:lnTo>
                  <a:lnTo>
                    <a:pt x="1820341" y="1293050"/>
                  </a:lnTo>
                  <a:lnTo>
                    <a:pt x="1812810" y="1282814"/>
                  </a:lnTo>
                  <a:lnTo>
                    <a:pt x="1812505" y="1282407"/>
                  </a:lnTo>
                  <a:lnTo>
                    <a:pt x="1805178" y="1276007"/>
                  </a:lnTo>
                  <a:lnTo>
                    <a:pt x="1805178" y="1323428"/>
                  </a:lnTo>
                  <a:lnTo>
                    <a:pt x="1726222" y="1323428"/>
                  </a:lnTo>
                  <a:lnTo>
                    <a:pt x="1727365" y="1315059"/>
                  </a:lnTo>
                  <a:lnTo>
                    <a:pt x="1727415" y="1314640"/>
                  </a:lnTo>
                  <a:lnTo>
                    <a:pt x="1729905" y="1306779"/>
                  </a:lnTo>
                  <a:lnTo>
                    <a:pt x="1766430" y="1282814"/>
                  </a:lnTo>
                  <a:lnTo>
                    <a:pt x="1775117" y="1283677"/>
                  </a:lnTo>
                  <a:lnTo>
                    <a:pt x="1803908" y="1314640"/>
                  </a:lnTo>
                  <a:lnTo>
                    <a:pt x="1804022" y="1315059"/>
                  </a:lnTo>
                  <a:lnTo>
                    <a:pt x="1805178" y="1323428"/>
                  </a:lnTo>
                  <a:lnTo>
                    <a:pt x="1805178" y="1276007"/>
                  </a:lnTo>
                  <a:lnTo>
                    <a:pt x="1802841" y="1273962"/>
                  </a:lnTo>
                  <a:lnTo>
                    <a:pt x="1792084" y="1268044"/>
                  </a:lnTo>
                  <a:lnTo>
                    <a:pt x="1792249" y="1268044"/>
                  </a:lnTo>
                  <a:lnTo>
                    <a:pt x="1779752" y="1264348"/>
                  </a:lnTo>
                  <a:lnTo>
                    <a:pt x="1779955" y="1264348"/>
                  </a:lnTo>
                  <a:lnTo>
                    <a:pt x="1766112" y="1263116"/>
                  </a:lnTo>
                  <a:lnTo>
                    <a:pt x="1728355" y="1274191"/>
                  </a:lnTo>
                  <a:lnTo>
                    <a:pt x="1704670" y="1306512"/>
                  </a:lnTo>
                  <a:lnTo>
                    <a:pt x="1700149" y="1336738"/>
                  </a:lnTo>
                  <a:lnTo>
                    <a:pt x="1700047" y="1338199"/>
                  </a:lnTo>
                  <a:lnTo>
                    <a:pt x="1701165" y="1354086"/>
                  </a:lnTo>
                  <a:lnTo>
                    <a:pt x="1701190" y="1354480"/>
                  </a:lnTo>
                  <a:lnTo>
                    <a:pt x="1704606" y="1368831"/>
                  </a:lnTo>
                  <a:lnTo>
                    <a:pt x="1728165" y="1400149"/>
                  </a:lnTo>
                  <a:lnTo>
                    <a:pt x="1767484" y="1410893"/>
                  </a:lnTo>
                  <a:lnTo>
                    <a:pt x="1779257" y="1410144"/>
                  </a:lnTo>
                  <a:lnTo>
                    <a:pt x="1815198" y="1392313"/>
                  </a:lnTo>
                  <a:lnTo>
                    <a:pt x="1816074" y="1391183"/>
                  </a:lnTo>
                  <a:lnTo>
                    <a:pt x="1821256" y="1384503"/>
                  </a:lnTo>
                  <a:lnTo>
                    <a:pt x="1826082" y="1375473"/>
                  </a:lnTo>
                  <a:lnTo>
                    <a:pt x="1829676" y="1365224"/>
                  </a:lnTo>
                  <a:lnTo>
                    <a:pt x="1804860" y="1362163"/>
                  </a:lnTo>
                  <a:lnTo>
                    <a:pt x="1801876" y="1369237"/>
                  </a:lnTo>
                  <a:lnTo>
                    <a:pt x="1798421" y="1375283"/>
                  </a:lnTo>
                  <a:lnTo>
                    <a:pt x="1794497" y="1380286"/>
                  </a:lnTo>
                  <a:lnTo>
                    <a:pt x="1790103" y="1384261"/>
                  </a:lnTo>
                  <a:lnTo>
                    <a:pt x="1783918" y="1388884"/>
                  </a:lnTo>
                  <a:lnTo>
                    <a:pt x="1776374" y="1391183"/>
                  </a:lnTo>
                  <a:lnTo>
                    <a:pt x="1767586" y="1391183"/>
                  </a:lnTo>
                  <a:lnTo>
                    <a:pt x="1732749" y="1371930"/>
                  </a:lnTo>
                  <a:lnTo>
                    <a:pt x="1724863" y="1343126"/>
                  </a:lnTo>
                  <a:lnTo>
                    <a:pt x="1830311" y="1343126"/>
                  </a:lnTo>
                  <a:lnTo>
                    <a:pt x="1830412" y="1336738"/>
                  </a:lnTo>
                  <a:close/>
                </a:path>
                <a:path w="5885180" h="1465579">
                  <a:moveTo>
                    <a:pt x="1974596" y="1266304"/>
                  </a:moveTo>
                  <a:lnTo>
                    <a:pt x="1950618" y="1266304"/>
                  </a:lnTo>
                  <a:lnTo>
                    <a:pt x="1950618" y="1325156"/>
                  </a:lnTo>
                  <a:lnTo>
                    <a:pt x="1884235" y="1325156"/>
                  </a:lnTo>
                  <a:lnTo>
                    <a:pt x="1884235" y="1266304"/>
                  </a:lnTo>
                  <a:lnTo>
                    <a:pt x="1860257" y="1266304"/>
                  </a:lnTo>
                  <a:lnTo>
                    <a:pt x="1860257" y="1407693"/>
                  </a:lnTo>
                  <a:lnTo>
                    <a:pt x="1884235" y="1407693"/>
                  </a:lnTo>
                  <a:lnTo>
                    <a:pt x="1884235" y="1344980"/>
                  </a:lnTo>
                  <a:lnTo>
                    <a:pt x="1950618" y="1344980"/>
                  </a:lnTo>
                  <a:lnTo>
                    <a:pt x="1950618" y="1407693"/>
                  </a:lnTo>
                  <a:lnTo>
                    <a:pt x="1974596" y="1407693"/>
                  </a:lnTo>
                  <a:lnTo>
                    <a:pt x="1974596" y="1344980"/>
                  </a:lnTo>
                  <a:lnTo>
                    <a:pt x="1974596" y="1325156"/>
                  </a:lnTo>
                  <a:lnTo>
                    <a:pt x="1974596" y="1266304"/>
                  </a:lnTo>
                  <a:close/>
                </a:path>
                <a:path w="5885180" h="1465579">
                  <a:moveTo>
                    <a:pt x="2133231" y="1336738"/>
                  </a:moveTo>
                  <a:lnTo>
                    <a:pt x="2132330" y="1323428"/>
                  </a:lnTo>
                  <a:lnTo>
                    <a:pt x="2132190" y="1321358"/>
                  </a:lnTo>
                  <a:lnTo>
                    <a:pt x="2132114" y="1320215"/>
                  </a:lnTo>
                  <a:lnTo>
                    <a:pt x="2128748" y="1305648"/>
                  </a:lnTo>
                  <a:lnTo>
                    <a:pt x="2123160" y="1293050"/>
                  </a:lnTo>
                  <a:lnTo>
                    <a:pt x="2115629" y="1282814"/>
                  </a:lnTo>
                  <a:lnTo>
                    <a:pt x="2115324" y="1282407"/>
                  </a:lnTo>
                  <a:lnTo>
                    <a:pt x="2107996" y="1276007"/>
                  </a:lnTo>
                  <a:lnTo>
                    <a:pt x="2107996" y="1323428"/>
                  </a:lnTo>
                  <a:lnTo>
                    <a:pt x="2029040" y="1323428"/>
                  </a:lnTo>
                  <a:lnTo>
                    <a:pt x="2030183" y="1315059"/>
                  </a:lnTo>
                  <a:lnTo>
                    <a:pt x="2030234" y="1314640"/>
                  </a:lnTo>
                  <a:lnTo>
                    <a:pt x="2032723" y="1306779"/>
                  </a:lnTo>
                  <a:lnTo>
                    <a:pt x="2069249" y="1282814"/>
                  </a:lnTo>
                  <a:lnTo>
                    <a:pt x="2077935" y="1283677"/>
                  </a:lnTo>
                  <a:lnTo>
                    <a:pt x="2106726" y="1314640"/>
                  </a:lnTo>
                  <a:lnTo>
                    <a:pt x="2106841" y="1315059"/>
                  </a:lnTo>
                  <a:lnTo>
                    <a:pt x="2107996" y="1323428"/>
                  </a:lnTo>
                  <a:lnTo>
                    <a:pt x="2107996" y="1276007"/>
                  </a:lnTo>
                  <a:lnTo>
                    <a:pt x="2105660" y="1273962"/>
                  </a:lnTo>
                  <a:lnTo>
                    <a:pt x="2094903" y="1268044"/>
                  </a:lnTo>
                  <a:lnTo>
                    <a:pt x="2095068" y="1268044"/>
                  </a:lnTo>
                  <a:lnTo>
                    <a:pt x="2082571" y="1264348"/>
                  </a:lnTo>
                  <a:lnTo>
                    <a:pt x="2082774" y="1264348"/>
                  </a:lnTo>
                  <a:lnTo>
                    <a:pt x="2068931" y="1263116"/>
                  </a:lnTo>
                  <a:lnTo>
                    <a:pt x="2031161" y="1274191"/>
                  </a:lnTo>
                  <a:lnTo>
                    <a:pt x="2007489" y="1306512"/>
                  </a:lnTo>
                  <a:lnTo>
                    <a:pt x="2002967" y="1336738"/>
                  </a:lnTo>
                  <a:lnTo>
                    <a:pt x="2002866" y="1338199"/>
                  </a:lnTo>
                  <a:lnTo>
                    <a:pt x="2013115" y="1381277"/>
                  </a:lnTo>
                  <a:lnTo>
                    <a:pt x="2042477" y="1406118"/>
                  </a:lnTo>
                  <a:lnTo>
                    <a:pt x="2070303" y="1410893"/>
                  </a:lnTo>
                  <a:lnTo>
                    <a:pt x="2082076" y="1410144"/>
                  </a:lnTo>
                  <a:lnTo>
                    <a:pt x="2118017" y="1392313"/>
                  </a:lnTo>
                  <a:lnTo>
                    <a:pt x="2118893" y="1391183"/>
                  </a:lnTo>
                  <a:lnTo>
                    <a:pt x="2124075" y="1384503"/>
                  </a:lnTo>
                  <a:lnTo>
                    <a:pt x="2128901" y="1375473"/>
                  </a:lnTo>
                  <a:lnTo>
                    <a:pt x="2132495" y="1365224"/>
                  </a:lnTo>
                  <a:lnTo>
                    <a:pt x="2107679" y="1362163"/>
                  </a:lnTo>
                  <a:lnTo>
                    <a:pt x="2104694" y="1369237"/>
                  </a:lnTo>
                  <a:lnTo>
                    <a:pt x="2101240" y="1375283"/>
                  </a:lnTo>
                  <a:lnTo>
                    <a:pt x="2097316" y="1380286"/>
                  </a:lnTo>
                  <a:lnTo>
                    <a:pt x="2092909" y="1384261"/>
                  </a:lnTo>
                  <a:lnTo>
                    <a:pt x="2086737" y="1388884"/>
                  </a:lnTo>
                  <a:lnTo>
                    <a:pt x="2079193" y="1391183"/>
                  </a:lnTo>
                  <a:lnTo>
                    <a:pt x="2070404" y="1391183"/>
                  </a:lnTo>
                  <a:lnTo>
                    <a:pt x="2035568" y="1371930"/>
                  </a:lnTo>
                  <a:lnTo>
                    <a:pt x="2027682" y="1343126"/>
                  </a:lnTo>
                  <a:lnTo>
                    <a:pt x="2133117" y="1343126"/>
                  </a:lnTo>
                  <a:lnTo>
                    <a:pt x="2133231" y="1336738"/>
                  </a:lnTo>
                  <a:close/>
                </a:path>
                <a:path w="5885180" h="1465579">
                  <a:moveTo>
                    <a:pt x="2285682" y="1335798"/>
                  </a:moveTo>
                  <a:lnTo>
                    <a:pt x="2274709" y="1290713"/>
                  </a:lnTo>
                  <a:lnTo>
                    <a:pt x="2261184" y="1275181"/>
                  </a:lnTo>
                  <a:lnTo>
                    <a:pt x="2261184" y="1335798"/>
                  </a:lnTo>
                  <a:lnTo>
                    <a:pt x="2260473" y="1349057"/>
                  </a:lnTo>
                  <a:lnTo>
                    <a:pt x="2243823" y="1383588"/>
                  </a:lnTo>
                  <a:lnTo>
                    <a:pt x="2237105" y="1387919"/>
                  </a:lnTo>
                  <a:lnTo>
                    <a:pt x="2236952" y="1387919"/>
                  </a:lnTo>
                  <a:lnTo>
                    <a:pt x="2230069" y="1390370"/>
                  </a:lnTo>
                  <a:lnTo>
                    <a:pt x="2229891" y="1390370"/>
                  </a:lnTo>
                  <a:lnTo>
                    <a:pt x="2222436" y="1391183"/>
                  </a:lnTo>
                  <a:lnTo>
                    <a:pt x="2214880" y="1390370"/>
                  </a:lnTo>
                  <a:lnTo>
                    <a:pt x="2187397" y="1361528"/>
                  </a:lnTo>
                  <a:lnTo>
                    <a:pt x="2184641" y="1337805"/>
                  </a:lnTo>
                  <a:lnTo>
                    <a:pt x="2185327" y="1326019"/>
                  </a:lnTo>
                  <a:lnTo>
                    <a:pt x="2202573" y="1289926"/>
                  </a:lnTo>
                  <a:lnTo>
                    <a:pt x="2223490" y="1281887"/>
                  </a:lnTo>
                  <a:lnTo>
                    <a:pt x="2231440" y="1282776"/>
                  </a:lnTo>
                  <a:lnTo>
                    <a:pt x="2231110" y="1282776"/>
                  </a:lnTo>
                  <a:lnTo>
                    <a:pt x="2237879" y="1285252"/>
                  </a:lnTo>
                  <a:lnTo>
                    <a:pt x="2260498" y="1323136"/>
                  </a:lnTo>
                  <a:lnTo>
                    <a:pt x="2261184" y="1335798"/>
                  </a:lnTo>
                  <a:lnTo>
                    <a:pt x="2261184" y="1275181"/>
                  </a:lnTo>
                  <a:lnTo>
                    <a:pt x="2225789" y="1263116"/>
                  </a:lnTo>
                  <a:lnTo>
                    <a:pt x="2216581" y="1263116"/>
                  </a:lnTo>
                  <a:lnTo>
                    <a:pt x="2208720" y="1264907"/>
                  </a:lnTo>
                  <a:lnTo>
                    <a:pt x="2195741" y="1272095"/>
                  </a:lnTo>
                  <a:lnTo>
                    <a:pt x="2189823" y="1277569"/>
                  </a:lnTo>
                  <a:lnTo>
                    <a:pt x="2184743" y="1284681"/>
                  </a:lnTo>
                  <a:lnTo>
                    <a:pt x="2184743" y="1266304"/>
                  </a:lnTo>
                  <a:lnTo>
                    <a:pt x="2162962" y="1266304"/>
                  </a:lnTo>
                  <a:lnTo>
                    <a:pt x="2162962" y="1461884"/>
                  </a:lnTo>
                  <a:lnTo>
                    <a:pt x="2186940" y="1461884"/>
                  </a:lnTo>
                  <a:lnTo>
                    <a:pt x="2186940" y="1393063"/>
                  </a:lnTo>
                  <a:lnTo>
                    <a:pt x="2191029" y="1398193"/>
                  </a:lnTo>
                  <a:lnTo>
                    <a:pt x="2196160" y="1402461"/>
                  </a:lnTo>
                  <a:lnTo>
                    <a:pt x="2208936" y="1409204"/>
                  </a:lnTo>
                  <a:lnTo>
                    <a:pt x="2216048" y="1410893"/>
                  </a:lnTo>
                  <a:lnTo>
                    <a:pt x="2224011" y="1410893"/>
                  </a:lnTo>
                  <a:lnTo>
                    <a:pt x="2262263" y="1396504"/>
                  </a:lnTo>
                  <a:lnTo>
                    <a:pt x="2267534" y="1391183"/>
                  </a:lnTo>
                  <a:lnTo>
                    <a:pt x="2268347" y="1390370"/>
                  </a:lnTo>
                  <a:lnTo>
                    <a:pt x="2285200" y="1346517"/>
                  </a:lnTo>
                  <a:lnTo>
                    <a:pt x="2285593" y="1337805"/>
                  </a:lnTo>
                  <a:lnTo>
                    <a:pt x="2285682" y="1335798"/>
                  </a:lnTo>
                  <a:close/>
                </a:path>
                <a:path w="5885180" h="1465579">
                  <a:moveTo>
                    <a:pt x="2379307" y="1325029"/>
                  </a:moveTo>
                  <a:lnTo>
                    <a:pt x="2305685" y="1325029"/>
                  </a:lnTo>
                  <a:lnTo>
                    <a:pt x="2305685" y="1349121"/>
                  </a:lnTo>
                  <a:lnTo>
                    <a:pt x="2379307" y="1349121"/>
                  </a:lnTo>
                  <a:lnTo>
                    <a:pt x="2379307" y="1325029"/>
                  </a:lnTo>
                  <a:close/>
                </a:path>
                <a:path w="5885180" h="1465579">
                  <a:moveTo>
                    <a:pt x="2379307" y="115900"/>
                  </a:moveTo>
                  <a:lnTo>
                    <a:pt x="2305685" y="115900"/>
                  </a:lnTo>
                  <a:lnTo>
                    <a:pt x="2305685" y="139992"/>
                  </a:lnTo>
                  <a:lnTo>
                    <a:pt x="2379307" y="139992"/>
                  </a:lnTo>
                  <a:lnTo>
                    <a:pt x="2379307" y="115900"/>
                  </a:lnTo>
                  <a:close/>
                </a:path>
                <a:path w="5885180" h="1465579">
                  <a:moveTo>
                    <a:pt x="2515832" y="127952"/>
                  </a:moveTo>
                  <a:lnTo>
                    <a:pt x="2514752" y="111620"/>
                  </a:lnTo>
                  <a:lnTo>
                    <a:pt x="2511526" y="97142"/>
                  </a:lnTo>
                  <a:lnTo>
                    <a:pt x="2506154" y="84518"/>
                  </a:lnTo>
                  <a:lnTo>
                    <a:pt x="2498737" y="73825"/>
                  </a:lnTo>
                  <a:lnTo>
                    <a:pt x="2489250" y="65112"/>
                  </a:lnTo>
                  <a:lnTo>
                    <a:pt x="2478303" y="58966"/>
                  </a:lnTo>
                  <a:lnTo>
                    <a:pt x="2465806" y="55270"/>
                  </a:lnTo>
                  <a:lnTo>
                    <a:pt x="2451747" y="54025"/>
                  </a:lnTo>
                  <a:lnTo>
                    <a:pt x="2440457" y="54813"/>
                  </a:lnTo>
                  <a:lnTo>
                    <a:pt x="2406827" y="73329"/>
                  </a:lnTo>
                  <a:lnTo>
                    <a:pt x="2395626" y="99060"/>
                  </a:lnTo>
                  <a:lnTo>
                    <a:pt x="2418880" y="102717"/>
                  </a:lnTo>
                  <a:lnTo>
                    <a:pt x="2423172" y="90081"/>
                  </a:lnTo>
                  <a:lnTo>
                    <a:pt x="2430234" y="81051"/>
                  </a:lnTo>
                  <a:lnTo>
                    <a:pt x="2440051" y="75628"/>
                  </a:lnTo>
                  <a:lnTo>
                    <a:pt x="2452586" y="73825"/>
                  </a:lnTo>
                  <a:lnTo>
                    <a:pt x="2460231" y="74561"/>
                  </a:lnTo>
                  <a:lnTo>
                    <a:pt x="2486876" y="99060"/>
                  </a:lnTo>
                  <a:lnTo>
                    <a:pt x="2486964" y="99225"/>
                  </a:lnTo>
                  <a:lnTo>
                    <a:pt x="2489581" y="107340"/>
                  </a:lnTo>
                  <a:lnTo>
                    <a:pt x="2491232" y="116332"/>
                  </a:lnTo>
                  <a:lnTo>
                    <a:pt x="2441283" y="116332"/>
                  </a:lnTo>
                  <a:lnTo>
                    <a:pt x="2441283" y="136017"/>
                  </a:lnTo>
                  <a:lnTo>
                    <a:pt x="2491232" y="136017"/>
                  </a:lnTo>
                  <a:lnTo>
                    <a:pt x="2489581" y="146900"/>
                  </a:lnTo>
                  <a:lnTo>
                    <a:pt x="2467737" y="179197"/>
                  </a:lnTo>
                  <a:lnTo>
                    <a:pt x="2452484" y="182092"/>
                  </a:lnTo>
                  <a:lnTo>
                    <a:pt x="2438819" y="179895"/>
                  </a:lnTo>
                  <a:lnTo>
                    <a:pt x="2428303" y="173291"/>
                  </a:lnTo>
                  <a:lnTo>
                    <a:pt x="2420912" y="162293"/>
                  </a:lnTo>
                  <a:lnTo>
                    <a:pt x="2416670" y="146900"/>
                  </a:lnTo>
                  <a:lnTo>
                    <a:pt x="2393226" y="150050"/>
                  </a:lnTo>
                  <a:lnTo>
                    <a:pt x="2412593" y="187528"/>
                  </a:lnTo>
                  <a:lnTo>
                    <a:pt x="2453538" y="201777"/>
                  </a:lnTo>
                  <a:lnTo>
                    <a:pt x="2467699" y="201231"/>
                  </a:lnTo>
                  <a:lnTo>
                    <a:pt x="2507297" y="171462"/>
                  </a:lnTo>
                  <a:lnTo>
                    <a:pt x="2515146" y="144094"/>
                  </a:lnTo>
                  <a:lnTo>
                    <a:pt x="2515832" y="127952"/>
                  </a:lnTo>
                  <a:close/>
                </a:path>
                <a:path w="5885180" h="1465579">
                  <a:moveTo>
                    <a:pt x="2661691" y="57175"/>
                  </a:moveTo>
                  <a:lnTo>
                    <a:pt x="2550388" y="57175"/>
                  </a:lnTo>
                  <a:lnTo>
                    <a:pt x="2550388" y="162610"/>
                  </a:lnTo>
                  <a:lnTo>
                    <a:pt x="2550083" y="167932"/>
                  </a:lnTo>
                  <a:lnTo>
                    <a:pt x="2539390" y="178523"/>
                  </a:lnTo>
                  <a:lnTo>
                    <a:pt x="2523896" y="178523"/>
                  </a:lnTo>
                  <a:lnTo>
                    <a:pt x="2523896" y="198424"/>
                  </a:lnTo>
                  <a:lnTo>
                    <a:pt x="2531122" y="199161"/>
                  </a:lnTo>
                  <a:lnTo>
                    <a:pt x="2537612" y="199580"/>
                  </a:lnTo>
                  <a:lnTo>
                    <a:pt x="2552166" y="199580"/>
                  </a:lnTo>
                  <a:lnTo>
                    <a:pt x="2573921" y="167932"/>
                  </a:lnTo>
                  <a:lnTo>
                    <a:pt x="2574366" y="77063"/>
                  </a:lnTo>
                  <a:lnTo>
                    <a:pt x="2637815" y="77063"/>
                  </a:lnTo>
                  <a:lnTo>
                    <a:pt x="2637815" y="198628"/>
                  </a:lnTo>
                  <a:lnTo>
                    <a:pt x="2661691" y="198628"/>
                  </a:lnTo>
                  <a:lnTo>
                    <a:pt x="2661691" y="77063"/>
                  </a:lnTo>
                  <a:lnTo>
                    <a:pt x="2661691" y="57175"/>
                  </a:lnTo>
                  <a:close/>
                </a:path>
                <a:path w="5885180" h="1465579">
                  <a:moveTo>
                    <a:pt x="2820543" y="127635"/>
                  </a:moveTo>
                  <a:lnTo>
                    <a:pt x="2810459" y="83934"/>
                  </a:lnTo>
                  <a:lnTo>
                    <a:pt x="2802940" y="73710"/>
                  </a:lnTo>
                  <a:lnTo>
                    <a:pt x="2802636" y="73291"/>
                  </a:lnTo>
                  <a:lnTo>
                    <a:pt x="2795308" y="66903"/>
                  </a:lnTo>
                  <a:lnTo>
                    <a:pt x="2795308" y="114338"/>
                  </a:lnTo>
                  <a:lnTo>
                    <a:pt x="2716352" y="114338"/>
                  </a:lnTo>
                  <a:lnTo>
                    <a:pt x="2717495" y="105956"/>
                  </a:lnTo>
                  <a:lnTo>
                    <a:pt x="2717546" y="105549"/>
                  </a:lnTo>
                  <a:lnTo>
                    <a:pt x="2720035" y="97688"/>
                  </a:lnTo>
                  <a:lnTo>
                    <a:pt x="2756560" y="73710"/>
                  </a:lnTo>
                  <a:lnTo>
                    <a:pt x="2765234" y="74574"/>
                  </a:lnTo>
                  <a:lnTo>
                    <a:pt x="2794038" y="105549"/>
                  </a:lnTo>
                  <a:lnTo>
                    <a:pt x="2795308" y="114338"/>
                  </a:lnTo>
                  <a:lnTo>
                    <a:pt x="2795308" y="66903"/>
                  </a:lnTo>
                  <a:lnTo>
                    <a:pt x="2792971" y="64858"/>
                  </a:lnTo>
                  <a:lnTo>
                    <a:pt x="2782036" y="58839"/>
                  </a:lnTo>
                  <a:lnTo>
                    <a:pt x="2769920" y="55270"/>
                  </a:lnTo>
                  <a:lnTo>
                    <a:pt x="2770200" y="55270"/>
                  </a:lnTo>
                  <a:lnTo>
                    <a:pt x="2756243" y="54025"/>
                  </a:lnTo>
                  <a:lnTo>
                    <a:pt x="2742311" y="55270"/>
                  </a:lnTo>
                  <a:lnTo>
                    <a:pt x="2729712" y="58966"/>
                  </a:lnTo>
                  <a:lnTo>
                    <a:pt x="2700553" y="84594"/>
                  </a:lnTo>
                  <a:lnTo>
                    <a:pt x="2690279" y="127635"/>
                  </a:lnTo>
                  <a:lnTo>
                    <a:pt x="2690177" y="129108"/>
                  </a:lnTo>
                  <a:lnTo>
                    <a:pt x="2691282" y="144983"/>
                  </a:lnTo>
                  <a:lnTo>
                    <a:pt x="2691307" y="145402"/>
                  </a:lnTo>
                  <a:lnTo>
                    <a:pt x="2694724" y="159766"/>
                  </a:lnTo>
                  <a:lnTo>
                    <a:pt x="2718295" y="191046"/>
                  </a:lnTo>
                  <a:lnTo>
                    <a:pt x="2757601" y="201777"/>
                  </a:lnTo>
                  <a:lnTo>
                    <a:pt x="2769387" y="201028"/>
                  </a:lnTo>
                  <a:lnTo>
                    <a:pt x="2805328" y="183248"/>
                  </a:lnTo>
                  <a:lnTo>
                    <a:pt x="2806217" y="182092"/>
                  </a:lnTo>
                  <a:lnTo>
                    <a:pt x="2811386" y="175412"/>
                  </a:lnTo>
                  <a:lnTo>
                    <a:pt x="2816212" y="166370"/>
                  </a:lnTo>
                  <a:lnTo>
                    <a:pt x="2819806" y="156121"/>
                  </a:lnTo>
                  <a:lnTo>
                    <a:pt x="2794990" y="153085"/>
                  </a:lnTo>
                  <a:lnTo>
                    <a:pt x="2792006" y="160172"/>
                  </a:lnTo>
                  <a:lnTo>
                    <a:pt x="2788551" y="166217"/>
                  </a:lnTo>
                  <a:lnTo>
                    <a:pt x="2784627" y="171208"/>
                  </a:lnTo>
                  <a:lnTo>
                    <a:pt x="2780220" y="175183"/>
                  </a:lnTo>
                  <a:lnTo>
                    <a:pt x="2774048" y="179781"/>
                  </a:lnTo>
                  <a:lnTo>
                    <a:pt x="2766504" y="182092"/>
                  </a:lnTo>
                  <a:lnTo>
                    <a:pt x="2757716" y="182092"/>
                  </a:lnTo>
                  <a:lnTo>
                    <a:pt x="2722880" y="162839"/>
                  </a:lnTo>
                  <a:lnTo>
                    <a:pt x="2714993" y="134023"/>
                  </a:lnTo>
                  <a:lnTo>
                    <a:pt x="2820428" y="134023"/>
                  </a:lnTo>
                  <a:lnTo>
                    <a:pt x="2820543" y="127635"/>
                  </a:lnTo>
                  <a:close/>
                </a:path>
                <a:path w="5885180" h="1465579">
                  <a:moveTo>
                    <a:pt x="2953728" y="198628"/>
                  </a:moveTo>
                  <a:lnTo>
                    <a:pt x="2927439" y="154762"/>
                  </a:lnTo>
                  <a:lnTo>
                    <a:pt x="2897073" y="126072"/>
                  </a:lnTo>
                  <a:lnTo>
                    <a:pt x="2903461" y="123139"/>
                  </a:lnTo>
                  <a:lnTo>
                    <a:pt x="2924937" y="87426"/>
                  </a:lnTo>
                  <a:lnTo>
                    <a:pt x="2927756" y="81673"/>
                  </a:lnTo>
                  <a:lnTo>
                    <a:pt x="2929648" y="79679"/>
                  </a:lnTo>
                  <a:lnTo>
                    <a:pt x="2931426" y="77901"/>
                  </a:lnTo>
                  <a:lnTo>
                    <a:pt x="2934512" y="77165"/>
                  </a:lnTo>
                  <a:lnTo>
                    <a:pt x="2948381" y="77165"/>
                  </a:lnTo>
                  <a:lnTo>
                    <a:pt x="2948381" y="57175"/>
                  </a:lnTo>
                  <a:lnTo>
                    <a:pt x="2935198" y="57175"/>
                  </a:lnTo>
                  <a:lnTo>
                    <a:pt x="2929013" y="57797"/>
                  </a:lnTo>
                  <a:lnTo>
                    <a:pt x="2903677" y="88379"/>
                  </a:lnTo>
                  <a:lnTo>
                    <a:pt x="2899473" y="97917"/>
                  </a:lnTo>
                  <a:lnTo>
                    <a:pt x="2881680" y="118325"/>
                  </a:lnTo>
                  <a:lnTo>
                    <a:pt x="2874048" y="118325"/>
                  </a:lnTo>
                  <a:lnTo>
                    <a:pt x="2874048" y="57175"/>
                  </a:lnTo>
                  <a:lnTo>
                    <a:pt x="2850172" y="57175"/>
                  </a:lnTo>
                  <a:lnTo>
                    <a:pt x="2850172" y="198628"/>
                  </a:lnTo>
                  <a:lnTo>
                    <a:pt x="2874048" y="198628"/>
                  </a:lnTo>
                  <a:lnTo>
                    <a:pt x="2874048" y="133184"/>
                  </a:lnTo>
                  <a:lnTo>
                    <a:pt x="2879483" y="133184"/>
                  </a:lnTo>
                  <a:lnTo>
                    <a:pt x="2884195" y="134658"/>
                  </a:lnTo>
                  <a:lnTo>
                    <a:pt x="2888069" y="137477"/>
                  </a:lnTo>
                  <a:lnTo>
                    <a:pt x="2891942" y="140208"/>
                  </a:lnTo>
                  <a:lnTo>
                    <a:pt x="2896552" y="146075"/>
                  </a:lnTo>
                  <a:lnTo>
                    <a:pt x="2901785" y="154762"/>
                  </a:lnTo>
                  <a:lnTo>
                    <a:pt x="2927337" y="198628"/>
                  </a:lnTo>
                  <a:lnTo>
                    <a:pt x="2953728" y="198628"/>
                  </a:lnTo>
                  <a:close/>
                </a:path>
                <a:path w="5885180" h="1465579">
                  <a:moveTo>
                    <a:pt x="3074136" y="57175"/>
                  </a:moveTo>
                  <a:lnTo>
                    <a:pt x="2959176" y="57175"/>
                  </a:lnTo>
                  <a:lnTo>
                    <a:pt x="2959176" y="77063"/>
                  </a:lnTo>
                  <a:lnTo>
                    <a:pt x="3004718" y="77063"/>
                  </a:lnTo>
                  <a:lnTo>
                    <a:pt x="3004718" y="198628"/>
                  </a:lnTo>
                  <a:lnTo>
                    <a:pt x="3028594" y="198628"/>
                  </a:lnTo>
                  <a:lnTo>
                    <a:pt x="3028594" y="77063"/>
                  </a:lnTo>
                  <a:lnTo>
                    <a:pt x="3074136" y="77063"/>
                  </a:lnTo>
                  <a:lnTo>
                    <a:pt x="3074136" y="57175"/>
                  </a:lnTo>
                  <a:close/>
                </a:path>
                <a:path w="5885180" h="1465579">
                  <a:moveTo>
                    <a:pt x="3219272" y="126796"/>
                  </a:moveTo>
                  <a:lnTo>
                    <a:pt x="3208286" y="81622"/>
                  </a:lnTo>
                  <a:lnTo>
                    <a:pt x="3194761" y="66078"/>
                  </a:lnTo>
                  <a:lnTo>
                    <a:pt x="3194761" y="126796"/>
                  </a:lnTo>
                  <a:lnTo>
                    <a:pt x="3194062" y="139966"/>
                  </a:lnTo>
                  <a:lnTo>
                    <a:pt x="3177400" y="174485"/>
                  </a:lnTo>
                  <a:lnTo>
                    <a:pt x="3163633" y="181279"/>
                  </a:lnTo>
                  <a:lnTo>
                    <a:pt x="3163405" y="181279"/>
                  </a:lnTo>
                  <a:lnTo>
                    <a:pt x="3156026" y="182092"/>
                  </a:lnTo>
                  <a:lnTo>
                    <a:pt x="3120987" y="152412"/>
                  </a:lnTo>
                  <a:lnTo>
                    <a:pt x="3118218" y="128689"/>
                  </a:lnTo>
                  <a:lnTo>
                    <a:pt x="3118904" y="116928"/>
                  </a:lnTo>
                  <a:lnTo>
                    <a:pt x="3136163" y="80860"/>
                  </a:lnTo>
                  <a:lnTo>
                    <a:pt x="3144697" y="75603"/>
                  </a:lnTo>
                  <a:lnTo>
                    <a:pt x="3149663" y="73672"/>
                  </a:lnTo>
                  <a:lnTo>
                    <a:pt x="3157067" y="72771"/>
                  </a:lnTo>
                  <a:lnTo>
                    <a:pt x="3165068" y="73672"/>
                  </a:lnTo>
                  <a:lnTo>
                    <a:pt x="3164713" y="73672"/>
                  </a:lnTo>
                  <a:lnTo>
                    <a:pt x="3171469" y="76149"/>
                  </a:lnTo>
                  <a:lnTo>
                    <a:pt x="3194075" y="114033"/>
                  </a:lnTo>
                  <a:lnTo>
                    <a:pt x="3194761" y="126796"/>
                  </a:lnTo>
                  <a:lnTo>
                    <a:pt x="3194761" y="66078"/>
                  </a:lnTo>
                  <a:lnTo>
                    <a:pt x="3159379" y="54025"/>
                  </a:lnTo>
                  <a:lnTo>
                    <a:pt x="3150158" y="54025"/>
                  </a:lnTo>
                  <a:lnTo>
                    <a:pt x="3118332" y="75603"/>
                  </a:lnTo>
                  <a:lnTo>
                    <a:pt x="3118332" y="57175"/>
                  </a:lnTo>
                  <a:lnTo>
                    <a:pt x="3096552" y="57175"/>
                  </a:lnTo>
                  <a:lnTo>
                    <a:pt x="3096552" y="252768"/>
                  </a:lnTo>
                  <a:lnTo>
                    <a:pt x="3120529" y="252768"/>
                  </a:lnTo>
                  <a:lnTo>
                    <a:pt x="3120529" y="183972"/>
                  </a:lnTo>
                  <a:lnTo>
                    <a:pt x="3124606" y="189103"/>
                  </a:lnTo>
                  <a:lnTo>
                    <a:pt x="3129737" y="193395"/>
                  </a:lnTo>
                  <a:lnTo>
                    <a:pt x="3142513" y="200101"/>
                  </a:lnTo>
                  <a:lnTo>
                    <a:pt x="3149638" y="201777"/>
                  </a:lnTo>
                  <a:lnTo>
                    <a:pt x="3157601" y="201777"/>
                  </a:lnTo>
                  <a:lnTo>
                    <a:pt x="3195853" y="187413"/>
                  </a:lnTo>
                  <a:lnTo>
                    <a:pt x="3199257" y="183972"/>
                  </a:lnTo>
                  <a:lnTo>
                    <a:pt x="3201124" y="182092"/>
                  </a:lnTo>
                  <a:lnTo>
                    <a:pt x="3217316" y="147485"/>
                  </a:lnTo>
                  <a:lnTo>
                    <a:pt x="3219183" y="128689"/>
                  </a:lnTo>
                  <a:lnTo>
                    <a:pt x="3219272" y="126796"/>
                  </a:lnTo>
                  <a:close/>
                </a:path>
                <a:path w="5885180" h="1465579">
                  <a:moveTo>
                    <a:pt x="3372142" y="125971"/>
                  </a:moveTo>
                  <a:lnTo>
                    <a:pt x="3370986" y="110007"/>
                  </a:lnTo>
                  <a:lnTo>
                    <a:pt x="3367506" y="95872"/>
                  </a:lnTo>
                  <a:lnTo>
                    <a:pt x="3361715" y="83578"/>
                  </a:lnTo>
                  <a:lnTo>
                    <a:pt x="3354171" y="73825"/>
                  </a:lnTo>
                  <a:lnTo>
                    <a:pt x="3353612" y="73088"/>
                  </a:lnTo>
                  <a:lnTo>
                    <a:pt x="3347389" y="67881"/>
                  </a:lnTo>
                  <a:lnTo>
                    <a:pt x="3347389" y="127952"/>
                  </a:lnTo>
                  <a:lnTo>
                    <a:pt x="3346780" y="138836"/>
                  </a:lnTo>
                  <a:lnTo>
                    <a:pt x="3329241" y="174485"/>
                  </a:lnTo>
                  <a:lnTo>
                    <a:pt x="3305962" y="182092"/>
                  </a:lnTo>
                  <a:lnTo>
                    <a:pt x="3297326" y="181241"/>
                  </a:lnTo>
                  <a:lnTo>
                    <a:pt x="3267265" y="151688"/>
                  </a:lnTo>
                  <a:lnTo>
                    <a:pt x="3264293" y="127952"/>
                  </a:lnTo>
                  <a:lnTo>
                    <a:pt x="3265043" y="115214"/>
                  </a:lnTo>
                  <a:lnTo>
                    <a:pt x="3289477" y="77203"/>
                  </a:lnTo>
                  <a:lnTo>
                    <a:pt x="3305962" y="73825"/>
                  </a:lnTo>
                  <a:lnTo>
                    <a:pt x="3314471" y="74663"/>
                  </a:lnTo>
                  <a:lnTo>
                    <a:pt x="3344494" y="104038"/>
                  </a:lnTo>
                  <a:lnTo>
                    <a:pt x="3347389" y="127952"/>
                  </a:lnTo>
                  <a:lnTo>
                    <a:pt x="3347389" y="67881"/>
                  </a:lnTo>
                  <a:lnTo>
                    <a:pt x="3343681" y="64770"/>
                  </a:lnTo>
                  <a:lnTo>
                    <a:pt x="3332416" y="58813"/>
                  </a:lnTo>
                  <a:lnTo>
                    <a:pt x="3319843" y="55232"/>
                  </a:lnTo>
                  <a:lnTo>
                    <a:pt x="3305962" y="54025"/>
                  </a:lnTo>
                  <a:lnTo>
                    <a:pt x="3293351" y="55016"/>
                  </a:lnTo>
                  <a:lnTo>
                    <a:pt x="3251924" y="80454"/>
                  </a:lnTo>
                  <a:lnTo>
                    <a:pt x="3239833" y="125971"/>
                  </a:lnTo>
                  <a:lnTo>
                    <a:pt x="3239744" y="127114"/>
                  </a:lnTo>
                  <a:lnTo>
                    <a:pt x="3249930" y="172173"/>
                  </a:lnTo>
                  <a:lnTo>
                    <a:pt x="3279114" y="197040"/>
                  </a:lnTo>
                  <a:lnTo>
                    <a:pt x="3305962" y="201777"/>
                  </a:lnTo>
                  <a:lnTo>
                    <a:pt x="3315043" y="201244"/>
                  </a:lnTo>
                  <a:lnTo>
                    <a:pt x="3353879" y="182765"/>
                  </a:lnTo>
                  <a:lnTo>
                    <a:pt x="3371634" y="138836"/>
                  </a:lnTo>
                  <a:lnTo>
                    <a:pt x="3372066" y="127952"/>
                  </a:lnTo>
                  <a:lnTo>
                    <a:pt x="3372142" y="125971"/>
                  </a:lnTo>
                  <a:close/>
                </a:path>
                <a:path w="5885180" h="1465579">
                  <a:moveTo>
                    <a:pt x="3515068" y="57175"/>
                  </a:moveTo>
                  <a:lnTo>
                    <a:pt x="3491090" y="57175"/>
                  </a:lnTo>
                  <a:lnTo>
                    <a:pt x="3491090" y="116014"/>
                  </a:lnTo>
                  <a:lnTo>
                    <a:pt x="3424707" y="116014"/>
                  </a:lnTo>
                  <a:lnTo>
                    <a:pt x="3424707" y="57175"/>
                  </a:lnTo>
                  <a:lnTo>
                    <a:pt x="3400729" y="57175"/>
                  </a:lnTo>
                  <a:lnTo>
                    <a:pt x="3400729" y="198628"/>
                  </a:lnTo>
                  <a:lnTo>
                    <a:pt x="3424707" y="198628"/>
                  </a:lnTo>
                  <a:lnTo>
                    <a:pt x="3424707" y="135915"/>
                  </a:lnTo>
                  <a:lnTo>
                    <a:pt x="3491090" y="135915"/>
                  </a:lnTo>
                  <a:lnTo>
                    <a:pt x="3491090" y="198628"/>
                  </a:lnTo>
                  <a:lnTo>
                    <a:pt x="3515068" y="198628"/>
                  </a:lnTo>
                  <a:lnTo>
                    <a:pt x="3515068" y="135915"/>
                  </a:lnTo>
                  <a:lnTo>
                    <a:pt x="3515068" y="116014"/>
                  </a:lnTo>
                  <a:lnTo>
                    <a:pt x="3515068" y="57175"/>
                  </a:lnTo>
                  <a:close/>
                </a:path>
                <a:path w="5885180" h="1465579">
                  <a:moveTo>
                    <a:pt x="3667633" y="57175"/>
                  </a:moveTo>
                  <a:lnTo>
                    <a:pt x="3641763" y="57175"/>
                  </a:lnTo>
                  <a:lnTo>
                    <a:pt x="3575380" y="165023"/>
                  </a:lnTo>
                  <a:lnTo>
                    <a:pt x="3575380" y="57175"/>
                  </a:lnTo>
                  <a:lnTo>
                    <a:pt x="3551402" y="57175"/>
                  </a:lnTo>
                  <a:lnTo>
                    <a:pt x="3551402" y="198628"/>
                  </a:lnTo>
                  <a:lnTo>
                    <a:pt x="3577158" y="198628"/>
                  </a:lnTo>
                  <a:lnTo>
                    <a:pt x="3598011" y="165023"/>
                  </a:lnTo>
                  <a:lnTo>
                    <a:pt x="3643655" y="91414"/>
                  </a:lnTo>
                  <a:lnTo>
                    <a:pt x="3643655" y="198628"/>
                  </a:lnTo>
                  <a:lnTo>
                    <a:pt x="3667633" y="198628"/>
                  </a:lnTo>
                  <a:lnTo>
                    <a:pt x="3667633" y="91414"/>
                  </a:lnTo>
                  <a:lnTo>
                    <a:pt x="3667633" y="57175"/>
                  </a:lnTo>
                  <a:close/>
                </a:path>
                <a:path w="5885180" h="1465579">
                  <a:moveTo>
                    <a:pt x="3806888" y="198628"/>
                  </a:moveTo>
                  <a:lnTo>
                    <a:pt x="3780612" y="154762"/>
                  </a:lnTo>
                  <a:lnTo>
                    <a:pt x="3773132" y="143764"/>
                  </a:lnTo>
                  <a:lnTo>
                    <a:pt x="3765588" y="135305"/>
                  </a:lnTo>
                  <a:lnTo>
                    <a:pt x="3762845" y="133184"/>
                  </a:lnTo>
                  <a:lnTo>
                    <a:pt x="3757968" y="129400"/>
                  </a:lnTo>
                  <a:lnTo>
                    <a:pt x="3750246" y="126072"/>
                  </a:lnTo>
                  <a:lnTo>
                    <a:pt x="3756634" y="123139"/>
                  </a:lnTo>
                  <a:lnTo>
                    <a:pt x="3761244" y="119888"/>
                  </a:lnTo>
                  <a:lnTo>
                    <a:pt x="3762578" y="118325"/>
                  </a:lnTo>
                  <a:lnTo>
                    <a:pt x="3767315" y="112776"/>
                  </a:lnTo>
                  <a:lnTo>
                    <a:pt x="3770566" y="106387"/>
                  </a:lnTo>
                  <a:lnTo>
                    <a:pt x="3778097" y="87426"/>
                  </a:lnTo>
                  <a:lnTo>
                    <a:pt x="3780929" y="81673"/>
                  </a:lnTo>
                  <a:lnTo>
                    <a:pt x="3782809" y="79679"/>
                  </a:lnTo>
                  <a:lnTo>
                    <a:pt x="3784587" y="77901"/>
                  </a:lnTo>
                  <a:lnTo>
                    <a:pt x="3787686" y="77165"/>
                  </a:lnTo>
                  <a:lnTo>
                    <a:pt x="3801554" y="77165"/>
                  </a:lnTo>
                  <a:lnTo>
                    <a:pt x="3801554" y="57175"/>
                  </a:lnTo>
                  <a:lnTo>
                    <a:pt x="3788359" y="57175"/>
                  </a:lnTo>
                  <a:lnTo>
                    <a:pt x="3782187" y="57797"/>
                  </a:lnTo>
                  <a:lnTo>
                    <a:pt x="3756837" y="88379"/>
                  </a:lnTo>
                  <a:lnTo>
                    <a:pt x="3752646" y="97917"/>
                  </a:lnTo>
                  <a:lnTo>
                    <a:pt x="3734854" y="118325"/>
                  </a:lnTo>
                  <a:lnTo>
                    <a:pt x="3727208" y="118325"/>
                  </a:lnTo>
                  <a:lnTo>
                    <a:pt x="3727208" y="57175"/>
                  </a:lnTo>
                  <a:lnTo>
                    <a:pt x="3703332" y="57175"/>
                  </a:lnTo>
                  <a:lnTo>
                    <a:pt x="3703332" y="198628"/>
                  </a:lnTo>
                  <a:lnTo>
                    <a:pt x="3727208" y="198628"/>
                  </a:lnTo>
                  <a:lnTo>
                    <a:pt x="3727208" y="133184"/>
                  </a:lnTo>
                  <a:lnTo>
                    <a:pt x="3732657" y="133184"/>
                  </a:lnTo>
                  <a:lnTo>
                    <a:pt x="3737368" y="134658"/>
                  </a:lnTo>
                  <a:lnTo>
                    <a:pt x="3741242" y="137477"/>
                  </a:lnTo>
                  <a:lnTo>
                    <a:pt x="3745115" y="140208"/>
                  </a:lnTo>
                  <a:lnTo>
                    <a:pt x="3749725" y="146075"/>
                  </a:lnTo>
                  <a:lnTo>
                    <a:pt x="3754958" y="154762"/>
                  </a:lnTo>
                  <a:lnTo>
                    <a:pt x="3780510" y="198628"/>
                  </a:lnTo>
                  <a:lnTo>
                    <a:pt x="3806888" y="198628"/>
                  </a:lnTo>
                  <a:close/>
                </a:path>
                <a:path w="5885180" h="1465579">
                  <a:moveTo>
                    <a:pt x="4076306" y="101257"/>
                  </a:moveTo>
                  <a:lnTo>
                    <a:pt x="4069854" y="60833"/>
                  </a:lnTo>
                  <a:lnTo>
                    <a:pt x="4049598" y="27114"/>
                  </a:lnTo>
                  <a:lnTo>
                    <a:pt x="4049598" y="101257"/>
                  </a:lnTo>
                  <a:lnTo>
                    <a:pt x="4048429" y="118922"/>
                  </a:lnTo>
                  <a:lnTo>
                    <a:pt x="4030764" y="159372"/>
                  </a:lnTo>
                  <a:lnTo>
                    <a:pt x="3996690" y="178523"/>
                  </a:lnTo>
                  <a:lnTo>
                    <a:pt x="3982809" y="179781"/>
                  </a:lnTo>
                  <a:lnTo>
                    <a:pt x="3969105" y="178523"/>
                  </a:lnTo>
                  <a:lnTo>
                    <a:pt x="3935158" y="159575"/>
                  </a:lnTo>
                  <a:lnTo>
                    <a:pt x="3917404" y="120650"/>
                  </a:lnTo>
                  <a:lnTo>
                    <a:pt x="3916210" y="103974"/>
                  </a:lnTo>
                  <a:lnTo>
                    <a:pt x="3917442" y="83502"/>
                  </a:lnTo>
                  <a:lnTo>
                    <a:pt x="3935996" y="41046"/>
                  </a:lnTo>
                  <a:lnTo>
                    <a:pt x="3969969" y="23380"/>
                  </a:lnTo>
                  <a:lnTo>
                    <a:pt x="3983228" y="22199"/>
                  </a:lnTo>
                  <a:lnTo>
                    <a:pt x="3992651" y="22809"/>
                  </a:lnTo>
                  <a:lnTo>
                    <a:pt x="4031653" y="43789"/>
                  </a:lnTo>
                  <a:lnTo>
                    <a:pt x="4047617" y="78828"/>
                  </a:lnTo>
                  <a:lnTo>
                    <a:pt x="4049598" y="101257"/>
                  </a:lnTo>
                  <a:lnTo>
                    <a:pt x="4049598" y="27114"/>
                  </a:lnTo>
                  <a:lnTo>
                    <a:pt x="4008793" y="3225"/>
                  </a:lnTo>
                  <a:lnTo>
                    <a:pt x="3983113" y="0"/>
                  </a:lnTo>
                  <a:lnTo>
                    <a:pt x="3963416" y="1714"/>
                  </a:lnTo>
                  <a:lnTo>
                    <a:pt x="3915689" y="27432"/>
                  </a:lnTo>
                  <a:lnTo>
                    <a:pt x="3896131" y="60236"/>
                  </a:lnTo>
                  <a:lnTo>
                    <a:pt x="3889616" y="103555"/>
                  </a:lnTo>
                  <a:lnTo>
                    <a:pt x="3890289" y="115709"/>
                  </a:lnTo>
                  <a:lnTo>
                    <a:pt x="3890314" y="116255"/>
                  </a:lnTo>
                  <a:lnTo>
                    <a:pt x="3907066" y="163182"/>
                  </a:lnTo>
                  <a:lnTo>
                    <a:pt x="3944899" y="194424"/>
                  </a:lnTo>
                  <a:lnTo>
                    <a:pt x="3969918" y="201218"/>
                  </a:lnTo>
                  <a:lnTo>
                    <a:pt x="3970769" y="201218"/>
                  </a:lnTo>
                  <a:lnTo>
                    <a:pt x="3982910" y="201980"/>
                  </a:lnTo>
                  <a:lnTo>
                    <a:pt x="4030345" y="189839"/>
                  </a:lnTo>
                  <a:lnTo>
                    <a:pt x="4044467" y="179781"/>
                  </a:lnTo>
                  <a:lnTo>
                    <a:pt x="4049814" y="175006"/>
                  </a:lnTo>
                  <a:lnTo>
                    <a:pt x="4069511" y="142290"/>
                  </a:lnTo>
                  <a:lnTo>
                    <a:pt x="4076166" y="103974"/>
                  </a:lnTo>
                  <a:lnTo>
                    <a:pt x="4076192" y="103555"/>
                  </a:lnTo>
                  <a:lnTo>
                    <a:pt x="4076306" y="101257"/>
                  </a:lnTo>
                  <a:close/>
                </a:path>
                <a:path w="5885180" h="1465579">
                  <a:moveTo>
                    <a:pt x="4288663" y="101257"/>
                  </a:moveTo>
                  <a:lnTo>
                    <a:pt x="4282211" y="60833"/>
                  </a:lnTo>
                  <a:lnTo>
                    <a:pt x="4261955" y="27127"/>
                  </a:lnTo>
                  <a:lnTo>
                    <a:pt x="4261955" y="101257"/>
                  </a:lnTo>
                  <a:lnTo>
                    <a:pt x="4260786" y="118922"/>
                  </a:lnTo>
                  <a:lnTo>
                    <a:pt x="4243108" y="159372"/>
                  </a:lnTo>
                  <a:lnTo>
                    <a:pt x="4209034" y="178523"/>
                  </a:lnTo>
                  <a:lnTo>
                    <a:pt x="4195153" y="179781"/>
                  </a:lnTo>
                  <a:lnTo>
                    <a:pt x="4181449" y="178523"/>
                  </a:lnTo>
                  <a:lnTo>
                    <a:pt x="4147515" y="159575"/>
                  </a:lnTo>
                  <a:lnTo>
                    <a:pt x="4129760" y="120650"/>
                  </a:lnTo>
                  <a:lnTo>
                    <a:pt x="4128554" y="103974"/>
                  </a:lnTo>
                  <a:lnTo>
                    <a:pt x="4129798" y="83502"/>
                  </a:lnTo>
                  <a:lnTo>
                    <a:pt x="4148353" y="41046"/>
                  </a:lnTo>
                  <a:lnTo>
                    <a:pt x="4182326" y="23380"/>
                  </a:lnTo>
                  <a:lnTo>
                    <a:pt x="4195572" y="22199"/>
                  </a:lnTo>
                  <a:lnTo>
                    <a:pt x="4204995" y="22809"/>
                  </a:lnTo>
                  <a:lnTo>
                    <a:pt x="4243997" y="43789"/>
                  </a:lnTo>
                  <a:lnTo>
                    <a:pt x="4259973" y="78828"/>
                  </a:lnTo>
                  <a:lnTo>
                    <a:pt x="4261955" y="101257"/>
                  </a:lnTo>
                  <a:lnTo>
                    <a:pt x="4261955" y="27127"/>
                  </a:lnTo>
                  <a:lnTo>
                    <a:pt x="4221150" y="3225"/>
                  </a:lnTo>
                  <a:lnTo>
                    <a:pt x="4195470" y="0"/>
                  </a:lnTo>
                  <a:lnTo>
                    <a:pt x="4175760" y="1714"/>
                  </a:lnTo>
                  <a:lnTo>
                    <a:pt x="4128033" y="27432"/>
                  </a:lnTo>
                  <a:lnTo>
                    <a:pt x="4108488" y="60236"/>
                  </a:lnTo>
                  <a:lnTo>
                    <a:pt x="4101960" y="103555"/>
                  </a:lnTo>
                  <a:lnTo>
                    <a:pt x="4102633" y="115709"/>
                  </a:lnTo>
                  <a:lnTo>
                    <a:pt x="4119410" y="163182"/>
                  </a:lnTo>
                  <a:lnTo>
                    <a:pt x="4157256" y="194424"/>
                  </a:lnTo>
                  <a:lnTo>
                    <a:pt x="4182262" y="201218"/>
                  </a:lnTo>
                  <a:lnTo>
                    <a:pt x="4183113" y="201218"/>
                  </a:lnTo>
                  <a:lnTo>
                    <a:pt x="4195254" y="201980"/>
                  </a:lnTo>
                  <a:lnTo>
                    <a:pt x="4242689" y="189839"/>
                  </a:lnTo>
                  <a:lnTo>
                    <a:pt x="4256824" y="179781"/>
                  </a:lnTo>
                  <a:lnTo>
                    <a:pt x="4262171" y="175006"/>
                  </a:lnTo>
                  <a:lnTo>
                    <a:pt x="4281856" y="142290"/>
                  </a:lnTo>
                  <a:lnTo>
                    <a:pt x="4287799" y="116255"/>
                  </a:lnTo>
                  <a:lnTo>
                    <a:pt x="4287901" y="115709"/>
                  </a:lnTo>
                  <a:lnTo>
                    <a:pt x="4288510" y="103974"/>
                  </a:lnTo>
                  <a:lnTo>
                    <a:pt x="4288536" y="103555"/>
                  </a:lnTo>
                  <a:lnTo>
                    <a:pt x="4288663" y="101257"/>
                  </a:lnTo>
                  <a:close/>
                </a:path>
                <a:path w="5885180" h="1465579">
                  <a:moveTo>
                    <a:pt x="4501007" y="101257"/>
                  </a:moveTo>
                  <a:lnTo>
                    <a:pt x="4494555" y="60833"/>
                  </a:lnTo>
                  <a:lnTo>
                    <a:pt x="4474299" y="27114"/>
                  </a:lnTo>
                  <a:lnTo>
                    <a:pt x="4474299" y="101257"/>
                  </a:lnTo>
                  <a:lnTo>
                    <a:pt x="4473130" y="118922"/>
                  </a:lnTo>
                  <a:lnTo>
                    <a:pt x="4455465" y="159372"/>
                  </a:lnTo>
                  <a:lnTo>
                    <a:pt x="4421390" y="178523"/>
                  </a:lnTo>
                  <a:lnTo>
                    <a:pt x="4407509" y="179781"/>
                  </a:lnTo>
                  <a:lnTo>
                    <a:pt x="4393806" y="178523"/>
                  </a:lnTo>
                  <a:lnTo>
                    <a:pt x="4359859" y="159575"/>
                  </a:lnTo>
                  <a:lnTo>
                    <a:pt x="4342104" y="120650"/>
                  </a:lnTo>
                  <a:lnTo>
                    <a:pt x="4340911" y="103974"/>
                  </a:lnTo>
                  <a:lnTo>
                    <a:pt x="4342142" y="83502"/>
                  </a:lnTo>
                  <a:lnTo>
                    <a:pt x="4360697" y="41046"/>
                  </a:lnTo>
                  <a:lnTo>
                    <a:pt x="4394670" y="23380"/>
                  </a:lnTo>
                  <a:lnTo>
                    <a:pt x="4407928" y="22199"/>
                  </a:lnTo>
                  <a:lnTo>
                    <a:pt x="4417339" y="22809"/>
                  </a:lnTo>
                  <a:lnTo>
                    <a:pt x="4456354" y="43789"/>
                  </a:lnTo>
                  <a:lnTo>
                    <a:pt x="4472317" y="78828"/>
                  </a:lnTo>
                  <a:lnTo>
                    <a:pt x="4474299" y="101257"/>
                  </a:lnTo>
                  <a:lnTo>
                    <a:pt x="4474299" y="27114"/>
                  </a:lnTo>
                  <a:lnTo>
                    <a:pt x="4433494" y="3225"/>
                  </a:lnTo>
                  <a:lnTo>
                    <a:pt x="4407814" y="0"/>
                  </a:lnTo>
                  <a:lnTo>
                    <a:pt x="4388104" y="1714"/>
                  </a:lnTo>
                  <a:lnTo>
                    <a:pt x="4340390" y="27432"/>
                  </a:lnTo>
                  <a:lnTo>
                    <a:pt x="4320832" y="60236"/>
                  </a:lnTo>
                  <a:lnTo>
                    <a:pt x="4314317" y="103555"/>
                  </a:lnTo>
                  <a:lnTo>
                    <a:pt x="4314990" y="115709"/>
                  </a:lnTo>
                  <a:lnTo>
                    <a:pt x="4315015" y="116255"/>
                  </a:lnTo>
                  <a:lnTo>
                    <a:pt x="4331754" y="163182"/>
                  </a:lnTo>
                  <a:lnTo>
                    <a:pt x="4369600" y="194424"/>
                  </a:lnTo>
                  <a:lnTo>
                    <a:pt x="4394619" y="201218"/>
                  </a:lnTo>
                  <a:lnTo>
                    <a:pt x="4395470" y="201218"/>
                  </a:lnTo>
                  <a:lnTo>
                    <a:pt x="4407611" y="201980"/>
                  </a:lnTo>
                  <a:lnTo>
                    <a:pt x="4455045" y="189839"/>
                  </a:lnTo>
                  <a:lnTo>
                    <a:pt x="4469168" y="179781"/>
                  </a:lnTo>
                  <a:lnTo>
                    <a:pt x="4474515" y="175006"/>
                  </a:lnTo>
                  <a:lnTo>
                    <a:pt x="4494212" y="142290"/>
                  </a:lnTo>
                  <a:lnTo>
                    <a:pt x="4500867" y="103974"/>
                  </a:lnTo>
                  <a:lnTo>
                    <a:pt x="4500892" y="103555"/>
                  </a:lnTo>
                  <a:lnTo>
                    <a:pt x="4501007" y="101257"/>
                  </a:lnTo>
                  <a:close/>
                </a:path>
                <a:path w="5885180" h="1465579">
                  <a:moveTo>
                    <a:pt x="4668863" y="67640"/>
                  </a:moveTo>
                  <a:lnTo>
                    <a:pt x="4649178" y="67640"/>
                  </a:lnTo>
                  <a:lnTo>
                    <a:pt x="4606760" y="128270"/>
                  </a:lnTo>
                  <a:lnTo>
                    <a:pt x="4649178" y="189001"/>
                  </a:lnTo>
                  <a:lnTo>
                    <a:pt x="4668647" y="189001"/>
                  </a:lnTo>
                  <a:lnTo>
                    <a:pt x="4634090" y="128270"/>
                  </a:lnTo>
                  <a:lnTo>
                    <a:pt x="4668863" y="67640"/>
                  </a:lnTo>
                  <a:close/>
                </a:path>
                <a:path w="5885180" h="1465579">
                  <a:moveTo>
                    <a:pt x="4720793" y="67640"/>
                  </a:moveTo>
                  <a:lnTo>
                    <a:pt x="4700587" y="67640"/>
                  </a:lnTo>
                  <a:lnTo>
                    <a:pt x="4658906" y="128270"/>
                  </a:lnTo>
                  <a:lnTo>
                    <a:pt x="4700587" y="189001"/>
                  </a:lnTo>
                  <a:lnTo>
                    <a:pt x="4720793" y="189001"/>
                  </a:lnTo>
                  <a:lnTo>
                    <a:pt x="4685614" y="128270"/>
                  </a:lnTo>
                  <a:lnTo>
                    <a:pt x="4720793" y="67640"/>
                  </a:lnTo>
                  <a:close/>
                </a:path>
                <a:path w="5885180" h="1465579">
                  <a:moveTo>
                    <a:pt x="4898377" y="3454"/>
                  </a:moveTo>
                  <a:lnTo>
                    <a:pt x="4776190" y="3454"/>
                  </a:lnTo>
                  <a:lnTo>
                    <a:pt x="4776178" y="141287"/>
                  </a:lnTo>
                  <a:lnTo>
                    <a:pt x="4775911" y="151968"/>
                  </a:lnTo>
                  <a:lnTo>
                    <a:pt x="4764456" y="178523"/>
                  </a:lnTo>
                  <a:lnTo>
                    <a:pt x="4755553" y="178523"/>
                  </a:lnTo>
                  <a:lnTo>
                    <a:pt x="4751997" y="177584"/>
                  </a:lnTo>
                  <a:lnTo>
                    <a:pt x="4747704" y="175806"/>
                  </a:lnTo>
                  <a:lnTo>
                    <a:pt x="4743310" y="198742"/>
                  </a:lnTo>
                  <a:lnTo>
                    <a:pt x="4751260" y="200837"/>
                  </a:lnTo>
                  <a:lnTo>
                    <a:pt x="4758169" y="201980"/>
                  </a:lnTo>
                  <a:lnTo>
                    <a:pt x="4773257" y="201980"/>
                  </a:lnTo>
                  <a:lnTo>
                    <a:pt x="4799088" y="171932"/>
                  </a:lnTo>
                  <a:lnTo>
                    <a:pt x="4802048" y="127012"/>
                  </a:lnTo>
                  <a:lnTo>
                    <a:pt x="4802048" y="26492"/>
                  </a:lnTo>
                  <a:lnTo>
                    <a:pt x="4872621" y="26492"/>
                  </a:lnTo>
                  <a:lnTo>
                    <a:pt x="4872621" y="198742"/>
                  </a:lnTo>
                  <a:lnTo>
                    <a:pt x="4898377" y="198742"/>
                  </a:lnTo>
                  <a:lnTo>
                    <a:pt x="4898377" y="26492"/>
                  </a:lnTo>
                  <a:lnTo>
                    <a:pt x="4898377" y="3454"/>
                  </a:lnTo>
                  <a:close/>
                </a:path>
                <a:path w="5885180" h="1465579">
                  <a:moveTo>
                    <a:pt x="5100574" y="98844"/>
                  </a:moveTo>
                  <a:lnTo>
                    <a:pt x="5099964" y="86385"/>
                  </a:lnTo>
                  <a:lnTo>
                    <a:pt x="5099939" y="85852"/>
                  </a:lnTo>
                  <a:lnTo>
                    <a:pt x="5098059" y="73418"/>
                  </a:lnTo>
                  <a:lnTo>
                    <a:pt x="5077790" y="30289"/>
                  </a:lnTo>
                  <a:lnTo>
                    <a:pt x="5070322" y="22720"/>
                  </a:lnTo>
                  <a:lnTo>
                    <a:pt x="5069395" y="21780"/>
                  </a:lnTo>
                  <a:lnTo>
                    <a:pt x="5059629" y="14236"/>
                  </a:lnTo>
                  <a:lnTo>
                    <a:pt x="5048758" y="8051"/>
                  </a:lnTo>
                  <a:lnTo>
                    <a:pt x="5036871" y="3644"/>
                  </a:lnTo>
                  <a:lnTo>
                    <a:pt x="5024272" y="1041"/>
                  </a:lnTo>
                  <a:lnTo>
                    <a:pt x="5024907" y="1041"/>
                  </a:lnTo>
                  <a:lnTo>
                    <a:pt x="5010099" y="101"/>
                  </a:lnTo>
                  <a:lnTo>
                    <a:pt x="4995557" y="1041"/>
                  </a:lnTo>
                  <a:lnTo>
                    <a:pt x="4982235" y="3873"/>
                  </a:lnTo>
                  <a:lnTo>
                    <a:pt x="4942205" y="33121"/>
                  </a:lnTo>
                  <a:lnTo>
                    <a:pt x="4931676" y="56959"/>
                  </a:lnTo>
                  <a:lnTo>
                    <a:pt x="4957013" y="63563"/>
                  </a:lnTo>
                  <a:lnTo>
                    <a:pt x="4964481" y="45694"/>
                  </a:lnTo>
                  <a:lnTo>
                    <a:pt x="4975847" y="32931"/>
                  </a:lnTo>
                  <a:lnTo>
                    <a:pt x="4991138" y="25273"/>
                  </a:lnTo>
                  <a:lnTo>
                    <a:pt x="5010315" y="22720"/>
                  </a:lnTo>
                  <a:lnTo>
                    <a:pt x="5023764" y="23799"/>
                  </a:lnTo>
                  <a:lnTo>
                    <a:pt x="5062105" y="49225"/>
                  </a:lnTo>
                  <a:lnTo>
                    <a:pt x="5072659" y="85852"/>
                  </a:lnTo>
                  <a:lnTo>
                    <a:pt x="5072723" y="86385"/>
                  </a:lnTo>
                  <a:lnTo>
                    <a:pt x="5001209" y="86385"/>
                  </a:lnTo>
                  <a:lnTo>
                    <a:pt x="5001209" y="109423"/>
                  </a:lnTo>
                  <a:lnTo>
                    <a:pt x="5073764" y="109423"/>
                  </a:lnTo>
                  <a:lnTo>
                    <a:pt x="5072100" y="124968"/>
                  </a:lnTo>
                  <a:lnTo>
                    <a:pt x="5055552" y="161251"/>
                  </a:lnTo>
                  <a:lnTo>
                    <a:pt x="5012512" y="180200"/>
                  </a:lnTo>
                  <a:lnTo>
                    <a:pt x="4991366" y="177114"/>
                  </a:lnTo>
                  <a:lnTo>
                    <a:pt x="4974577" y="167843"/>
                  </a:lnTo>
                  <a:lnTo>
                    <a:pt x="4962156" y="152374"/>
                  </a:lnTo>
                  <a:lnTo>
                    <a:pt x="4954079" y="130683"/>
                  </a:lnTo>
                  <a:lnTo>
                    <a:pt x="4929162" y="137274"/>
                  </a:lnTo>
                  <a:lnTo>
                    <a:pt x="4940617" y="165582"/>
                  </a:lnTo>
                  <a:lnTo>
                    <a:pt x="4958004" y="185801"/>
                  </a:lnTo>
                  <a:lnTo>
                    <a:pt x="4981333" y="197942"/>
                  </a:lnTo>
                  <a:lnTo>
                    <a:pt x="5010632" y="201980"/>
                  </a:lnTo>
                  <a:lnTo>
                    <a:pt x="5032286" y="200113"/>
                  </a:lnTo>
                  <a:lnTo>
                    <a:pt x="5071542" y="180200"/>
                  </a:lnTo>
                  <a:lnTo>
                    <a:pt x="5096002" y="138988"/>
                  </a:lnTo>
                  <a:lnTo>
                    <a:pt x="5099786" y="119799"/>
                  </a:lnTo>
                  <a:lnTo>
                    <a:pt x="5100574" y="98844"/>
                  </a:lnTo>
                  <a:close/>
                </a:path>
                <a:path w="5885180" h="1465579">
                  <a:moveTo>
                    <a:pt x="5321820" y="3454"/>
                  </a:moveTo>
                  <a:lnTo>
                    <a:pt x="5287061" y="3454"/>
                  </a:lnTo>
                  <a:lnTo>
                    <a:pt x="5240363" y="139268"/>
                  </a:lnTo>
                  <a:lnTo>
                    <a:pt x="5237061" y="148932"/>
                  </a:lnTo>
                  <a:lnTo>
                    <a:pt x="5234229" y="157378"/>
                  </a:lnTo>
                  <a:lnTo>
                    <a:pt x="5231879" y="164553"/>
                  </a:lnTo>
                  <a:lnTo>
                    <a:pt x="5229987" y="170472"/>
                  </a:lnTo>
                  <a:lnTo>
                    <a:pt x="5228298" y="165074"/>
                  </a:lnTo>
                  <a:lnTo>
                    <a:pt x="5226202" y="158457"/>
                  </a:lnTo>
                  <a:lnTo>
                    <a:pt x="5223662" y="150660"/>
                  </a:lnTo>
                  <a:lnTo>
                    <a:pt x="5220678" y="141668"/>
                  </a:lnTo>
                  <a:lnTo>
                    <a:pt x="5184191" y="32461"/>
                  </a:lnTo>
                  <a:lnTo>
                    <a:pt x="5174500" y="3454"/>
                  </a:lnTo>
                  <a:lnTo>
                    <a:pt x="5135550" y="3454"/>
                  </a:lnTo>
                  <a:lnTo>
                    <a:pt x="5135550" y="198628"/>
                  </a:lnTo>
                  <a:lnTo>
                    <a:pt x="5160467" y="198628"/>
                  </a:lnTo>
                  <a:lnTo>
                    <a:pt x="5160467" y="32461"/>
                  </a:lnTo>
                  <a:lnTo>
                    <a:pt x="5216906" y="198628"/>
                  </a:lnTo>
                  <a:lnTo>
                    <a:pt x="5240248" y="198628"/>
                  </a:lnTo>
                  <a:lnTo>
                    <a:pt x="5250027" y="170472"/>
                  </a:lnTo>
                  <a:lnTo>
                    <a:pt x="5296903" y="35293"/>
                  </a:lnTo>
                  <a:lnTo>
                    <a:pt x="5296903" y="198628"/>
                  </a:lnTo>
                  <a:lnTo>
                    <a:pt x="5321820" y="198628"/>
                  </a:lnTo>
                  <a:lnTo>
                    <a:pt x="5321820" y="35293"/>
                  </a:lnTo>
                  <a:lnTo>
                    <a:pt x="5321820" y="3454"/>
                  </a:lnTo>
                  <a:close/>
                </a:path>
                <a:path w="5885180" h="1465579">
                  <a:moveTo>
                    <a:pt x="5496369" y="142824"/>
                  </a:moveTo>
                  <a:lnTo>
                    <a:pt x="5481002" y="106578"/>
                  </a:lnTo>
                  <a:lnTo>
                    <a:pt x="5461393" y="95605"/>
                  </a:lnTo>
                  <a:lnTo>
                    <a:pt x="5472684" y="87299"/>
                  </a:lnTo>
                  <a:lnTo>
                    <a:pt x="5480774" y="77457"/>
                  </a:lnTo>
                  <a:lnTo>
                    <a:pt x="5485638" y="66090"/>
                  </a:lnTo>
                  <a:lnTo>
                    <a:pt x="5487263" y="53187"/>
                  </a:lnTo>
                  <a:lnTo>
                    <a:pt x="5486209" y="42913"/>
                  </a:lnTo>
                  <a:lnTo>
                    <a:pt x="5461317" y="9067"/>
                  </a:lnTo>
                  <a:lnTo>
                    <a:pt x="5425059" y="101"/>
                  </a:lnTo>
                  <a:lnTo>
                    <a:pt x="5397728" y="4102"/>
                  </a:lnTo>
                  <a:lnTo>
                    <a:pt x="5398262" y="4102"/>
                  </a:lnTo>
                  <a:lnTo>
                    <a:pt x="5378120" y="15659"/>
                  </a:lnTo>
                  <a:lnTo>
                    <a:pt x="5364086" y="35090"/>
                  </a:lnTo>
                  <a:lnTo>
                    <a:pt x="5356377" y="62306"/>
                  </a:lnTo>
                  <a:lnTo>
                    <a:pt x="5381091" y="67856"/>
                  </a:lnTo>
                  <a:lnTo>
                    <a:pt x="5381091" y="63868"/>
                  </a:lnTo>
                  <a:lnTo>
                    <a:pt x="5382450" y="57797"/>
                  </a:lnTo>
                  <a:lnTo>
                    <a:pt x="5405031" y="26924"/>
                  </a:lnTo>
                  <a:lnTo>
                    <a:pt x="5417083" y="23317"/>
                  </a:lnTo>
                  <a:lnTo>
                    <a:pt x="5415839" y="23317"/>
                  </a:lnTo>
                  <a:lnTo>
                    <a:pt x="5424754" y="22720"/>
                  </a:lnTo>
                  <a:lnTo>
                    <a:pt x="5432780" y="23317"/>
                  </a:lnTo>
                  <a:lnTo>
                    <a:pt x="5439930" y="25082"/>
                  </a:lnTo>
                  <a:lnTo>
                    <a:pt x="5446217" y="28028"/>
                  </a:lnTo>
                  <a:lnTo>
                    <a:pt x="5451665" y="32143"/>
                  </a:lnTo>
                  <a:lnTo>
                    <a:pt x="5458257" y="38531"/>
                  </a:lnTo>
                  <a:lnTo>
                    <a:pt x="5461508" y="45859"/>
                  </a:lnTo>
                  <a:lnTo>
                    <a:pt x="5461508" y="61569"/>
                  </a:lnTo>
                  <a:lnTo>
                    <a:pt x="5459171" y="67856"/>
                  </a:lnTo>
                  <a:lnTo>
                    <a:pt x="5459095" y="68059"/>
                  </a:lnTo>
                  <a:lnTo>
                    <a:pt x="5454281" y="73609"/>
                  </a:lnTo>
                  <a:lnTo>
                    <a:pt x="5449468" y="79260"/>
                  </a:lnTo>
                  <a:lnTo>
                    <a:pt x="5410301" y="86283"/>
                  </a:lnTo>
                  <a:lnTo>
                    <a:pt x="5410301" y="108788"/>
                  </a:lnTo>
                  <a:lnTo>
                    <a:pt x="5422658" y="108788"/>
                  </a:lnTo>
                  <a:lnTo>
                    <a:pt x="5432869" y="109385"/>
                  </a:lnTo>
                  <a:lnTo>
                    <a:pt x="5466118" y="129438"/>
                  </a:lnTo>
                  <a:lnTo>
                    <a:pt x="5469217" y="144208"/>
                  </a:lnTo>
                  <a:lnTo>
                    <a:pt x="5468505" y="151053"/>
                  </a:lnTo>
                  <a:lnTo>
                    <a:pt x="5434749" y="179133"/>
                  </a:lnTo>
                  <a:lnTo>
                    <a:pt x="5425059" y="179781"/>
                  </a:lnTo>
                  <a:lnTo>
                    <a:pt x="5415508" y="178904"/>
                  </a:lnTo>
                  <a:lnTo>
                    <a:pt x="5382933" y="151345"/>
                  </a:lnTo>
                  <a:lnTo>
                    <a:pt x="5377840" y="137058"/>
                  </a:lnTo>
                  <a:lnTo>
                    <a:pt x="5353126" y="143446"/>
                  </a:lnTo>
                  <a:lnTo>
                    <a:pt x="5363883" y="169024"/>
                  </a:lnTo>
                  <a:lnTo>
                    <a:pt x="5379491" y="187325"/>
                  </a:lnTo>
                  <a:lnTo>
                    <a:pt x="5399925" y="198310"/>
                  </a:lnTo>
                  <a:lnTo>
                    <a:pt x="5425173" y="201980"/>
                  </a:lnTo>
                  <a:lnTo>
                    <a:pt x="5440477" y="200926"/>
                  </a:lnTo>
                  <a:lnTo>
                    <a:pt x="5454218" y="197726"/>
                  </a:lnTo>
                  <a:lnTo>
                    <a:pt x="5466359" y="192392"/>
                  </a:lnTo>
                  <a:lnTo>
                    <a:pt x="5476900" y="184912"/>
                  </a:lnTo>
                  <a:lnTo>
                    <a:pt x="5481752" y="179781"/>
                  </a:lnTo>
                  <a:lnTo>
                    <a:pt x="5485422" y="175920"/>
                  </a:lnTo>
                  <a:lnTo>
                    <a:pt x="5491505" y="165912"/>
                  </a:lnTo>
                  <a:lnTo>
                    <a:pt x="5495150" y="154876"/>
                  </a:lnTo>
                  <a:lnTo>
                    <a:pt x="5496230" y="144208"/>
                  </a:lnTo>
                  <a:lnTo>
                    <a:pt x="5496306" y="143446"/>
                  </a:lnTo>
                  <a:lnTo>
                    <a:pt x="5496369" y="142824"/>
                  </a:lnTo>
                  <a:close/>
                </a:path>
                <a:path w="5885180" h="1465579">
                  <a:moveTo>
                    <a:pt x="5589676" y="115900"/>
                  </a:moveTo>
                  <a:lnTo>
                    <a:pt x="5516054" y="115900"/>
                  </a:lnTo>
                  <a:lnTo>
                    <a:pt x="5516054" y="139992"/>
                  </a:lnTo>
                  <a:lnTo>
                    <a:pt x="5589676" y="139992"/>
                  </a:lnTo>
                  <a:lnTo>
                    <a:pt x="5589676" y="115900"/>
                  </a:lnTo>
                  <a:close/>
                </a:path>
                <a:path w="5885180" h="1465579">
                  <a:moveTo>
                    <a:pt x="5758980" y="3454"/>
                  </a:moveTo>
                  <a:lnTo>
                    <a:pt x="5604218" y="3454"/>
                  </a:lnTo>
                  <a:lnTo>
                    <a:pt x="5604218" y="26492"/>
                  </a:lnTo>
                  <a:lnTo>
                    <a:pt x="5668518" y="26492"/>
                  </a:lnTo>
                  <a:lnTo>
                    <a:pt x="5668518" y="198628"/>
                  </a:lnTo>
                  <a:lnTo>
                    <a:pt x="5694375" y="198628"/>
                  </a:lnTo>
                  <a:lnTo>
                    <a:pt x="5694375" y="26492"/>
                  </a:lnTo>
                  <a:lnTo>
                    <a:pt x="5758980" y="26492"/>
                  </a:lnTo>
                  <a:lnTo>
                    <a:pt x="5758980" y="3454"/>
                  </a:lnTo>
                  <a:close/>
                </a:path>
                <a:path w="5885180" h="1465579">
                  <a:moveTo>
                    <a:pt x="5832907" y="128270"/>
                  </a:moveTo>
                  <a:lnTo>
                    <a:pt x="5791124" y="67640"/>
                  </a:lnTo>
                  <a:lnTo>
                    <a:pt x="5771019" y="67640"/>
                  </a:lnTo>
                  <a:lnTo>
                    <a:pt x="5806211" y="128270"/>
                  </a:lnTo>
                  <a:lnTo>
                    <a:pt x="5771019" y="189001"/>
                  </a:lnTo>
                  <a:lnTo>
                    <a:pt x="5791124" y="189001"/>
                  </a:lnTo>
                  <a:lnTo>
                    <a:pt x="5832907" y="128270"/>
                  </a:lnTo>
                  <a:close/>
                </a:path>
                <a:path w="5885180" h="1465579">
                  <a:moveTo>
                    <a:pt x="5885154" y="128270"/>
                  </a:moveTo>
                  <a:lnTo>
                    <a:pt x="5842647" y="67640"/>
                  </a:lnTo>
                  <a:lnTo>
                    <a:pt x="5822962" y="67640"/>
                  </a:lnTo>
                  <a:lnTo>
                    <a:pt x="5857722" y="128270"/>
                  </a:lnTo>
                  <a:lnTo>
                    <a:pt x="5823064" y="189001"/>
                  </a:lnTo>
                  <a:lnTo>
                    <a:pt x="5842647" y="189001"/>
                  </a:lnTo>
                  <a:lnTo>
                    <a:pt x="5885154" y="12827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83691" y="10300409"/>
              <a:ext cx="2322854" cy="25281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5311044" y="10300544"/>
              <a:ext cx="1278890" cy="201930"/>
            </a:xfrm>
            <a:custGeom>
              <a:avLst/>
              <a:gdLst/>
              <a:ahLst/>
              <a:cxnLst/>
              <a:rect l="l" t="t" r="r" b="b"/>
              <a:pathLst>
                <a:path w="1278890" h="201929">
                  <a:moveTo>
                    <a:pt x="62090" y="67500"/>
                  </a:moveTo>
                  <a:lnTo>
                    <a:pt x="42405" y="67500"/>
                  </a:lnTo>
                  <a:lnTo>
                    <a:pt x="0" y="128206"/>
                  </a:lnTo>
                  <a:lnTo>
                    <a:pt x="42405" y="188925"/>
                  </a:lnTo>
                  <a:lnTo>
                    <a:pt x="61887" y="188925"/>
                  </a:lnTo>
                  <a:lnTo>
                    <a:pt x="27330" y="128206"/>
                  </a:lnTo>
                  <a:lnTo>
                    <a:pt x="62090" y="67500"/>
                  </a:lnTo>
                  <a:close/>
                </a:path>
                <a:path w="1278890" h="201929">
                  <a:moveTo>
                    <a:pt x="114033" y="67500"/>
                  </a:moveTo>
                  <a:lnTo>
                    <a:pt x="93827" y="67500"/>
                  </a:lnTo>
                  <a:lnTo>
                    <a:pt x="52146" y="128206"/>
                  </a:lnTo>
                  <a:lnTo>
                    <a:pt x="93827" y="188925"/>
                  </a:lnTo>
                  <a:lnTo>
                    <a:pt x="114033" y="188925"/>
                  </a:lnTo>
                  <a:lnTo>
                    <a:pt x="78854" y="128206"/>
                  </a:lnTo>
                  <a:lnTo>
                    <a:pt x="114033" y="67500"/>
                  </a:lnTo>
                  <a:close/>
                </a:path>
                <a:path w="1278890" h="201929">
                  <a:moveTo>
                    <a:pt x="291617" y="3327"/>
                  </a:moveTo>
                  <a:lnTo>
                    <a:pt x="169418" y="3327"/>
                  </a:lnTo>
                  <a:lnTo>
                    <a:pt x="169405" y="141160"/>
                  </a:lnTo>
                  <a:lnTo>
                    <a:pt x="169151" y="151853"/>
                  </a:lnTo>
                  <a:lnTo>
                    <a:pt x="157695" y="178396"/>
                  </a:lnTo>
                  <a:lnTo>
                    <a:pt x="148793" y="178396"/>
                  </a:lnTo>
                  <a:lnTo>
                    <a:pt x="145237" y="177507"/>
                  </a:lnTo>
                  <a:lnTo>
                    <a:pt x="140944" y="175742"/>
                  </a:lnTo>
                  <a:lnTo>
                    <a:pt x="136563" y="198501"/>
                  </a:lnTo>
                  <a:lnTo>
                    <a:pt x="136537" y="198640"/>
                  </a:lnTo>
                  <a:lnTo>
                    <a:pt x="144500" y="200761"/>
                  </a:lnTo>
                  <a:lnTo>
                    <a:pt x="151409" y="201828"/>
                  </a:lnTo>
                  <a:lnTo>
                    <a:pt x="166484" y="201828"/>
                  </a:lnTo>
                  <a:lnTo>
                    <a:pt x="174244" y="199199"/>
                  </a:lnTo>
                  <a:lnTo>
                    <a:pt x="180314" y="193903"/>
                  </a:lnTo>
                  <a:lnTo>
                    <a:pt x="186486" y="188633"/>
                  </a:lnTo>
                  <a:lnTo>
                    <a:pt x="195110" y="141160"/>
                  </a:lnTo>
                  <a:lnTo>
                    <a:pt x="195287" y="126885"/>
                  </a:lnTo>
                  <a:lnTo>
                    <a:pt x="195287" y="26365"/>
                  </a:lnTo>
                  <a:lnTo>
                    <a:pt x="265861" y="26365"/>
                  </a:lnTo>
                  <a:lnTo>
                    <a:pt x="265861" y="198501"/>
                  </a:lnTo>
                  <a:lnTo>
                    <a:pt x="291617" y="198501"/>
                  </a:lnTo>
                  <a:lnTo>
                    <a:pt x="291617" y="26365"/>
                  </a:lnTo>
                  <a:lnTo>
                    <a:pt x="291617" y="3327"/>
                  </a:lnTo>
                  <a:close/>
                </a:path>
                <a:path w="1278890" h="201929">
                  <a:moveTo>
                    <a:pt x="493814" y="98793"/>
                  </a:moveTo>
                  <a:lnTo>
                    <a:pt x="483755" y="50190"/>
                  </a:lnTo>
                  <a:lnTo>
                    <a:pt x="452869" y="14109"/>
                  </a:lnTo>
                  <a:lnTo>
                    <a:pt x="417499" y="939"/>
                  </a:lnTo>
                  <a:lnTo>
                    <a:pt x="418122" y="939"/>
                  </a:lnTo>
                  <a:lnTo>
                    <a:pt x="403339" y="0"/>
                  </a:lnTo>
                  <a:lnTo>
                    <a:pt x="388797" y="939"/>
                  </a:lnTo>
                  <a:lnTo>
                    <a:pt x="375475" y="3759"/>
                  </a:lnTo>
                  <a:lnTo>
                    <a:pt x="335432" y="33020"/>
                  </a:lnTo>
                  <a:lnTo>
                    <a:pt x="324916" y="56857"/>
                  </a:lnTo>
                  <a:lnTo>
                    <a:pt x="350253" y="63500"/>
                  </a:lnTo>
                  <a:lnTo>
                    <a:pt x="357708" y="45618"/>
                  </a:lnTo>
                  <a:lnTo>
                    <a:pt x="369087" y="32854"/>
                  </a:lnTo>
                  <a:lnTo>
                    <a:pt x="384365" y="25184"/>
                  </a:lnTo>
                  <a:lnTo>
                    <a:pt x="403555" y="22631"/>
                  </a:lnTo>
                  <a:lnTo>
                    <a:pt x="417004" y="23710"/>
                  </a:lnTo>
                  <a:lnTo>
                    <a:pt x="455345" y="49149"/>
                  </a:lnTo>
                  <a:lnTo>
                    <a:pt x="465899" y="85763"/>
                  </a:lnTo>
                  <a:lnTo>
                    <a:pt x="465963" y="86271"/>
                  </a:lnTo>
                  <a:lnTo>
                    <a:pt x="394436" y="86271"/>
                  </a:lnTo>
                  <a:lnTo>
                    <a:pt x="394436" y="109296"/>
                  </a:lnTo>
                  <a:lnTo>
                    <a:pt x="467004" y="109296"/>
                  </a:lnTo>
                  <a:lnTo>
                    <a:pt x="465340" y="124879"/>
                  </a:lnTo>
                  <a:lnTo>
                    <a:pt x="448779" y="161163"/>
                  </a:lnTo>
                  <a:lnTo>
                    <a:pt x="405752" y="180136"/>
                  </a:lnTo>
                  <a:lnTo>
                    <a:pt x="384606" y="177038"/>
                  </a:lnTo>
                  <a:lnTo>
                    <a:pt x="367817" y="167754"/>
                  </a:lnTo>
                  <a:lnTo>
                    <a:pt x="355396" y="152273"/>
                  </a:lnTo>
                  <a:lnTo>
                    <a:pt x="347319" y="130606"/>
                  </a:lnTo>
                  <a:lnTo>
                    <a:pt x="322402" y="137134"/>
                  </a:lnTo>
                  <a:lnTo>
                    <a:pt x="333844" y="165442"/>
                  </a:lnTo>
                  <a:lnTo>
                    <a:pt x="351231" y="185661"/>
                  </a:lnTo>
                  <a:lnTo>
                    <a:pt x="374573" y="197789"/>
                  </a:lnTo>
                  <a:lnTo>
                    <a:pt x="403860" y="201828"/>
                  </a:lnTo>
                  <a:lnTo>
                    <a:pt x="425526" y="199974"/>
                  </a:lnTo>
                  <a:lnTo>
                    <a:pt x="464756" y="180136"/>
                  </a:lnTo>
                  <a:lnTo>
                    <a:pt x="489242" y="138874"/>
                  </a:lnTo>
                  <a:lnTo>
                    <a:pt x="493026" y="119697"/>
                  </a:lnTo>
                  <a:lnTo>
                    <a:pt x="493814" y="98793"/>
                  </a:lnTo>
                  <a:close/>
                </a:path>
                <a:path w="1278890" h="201929">
                  <a:moveTo>
                    <a:pt x="715060" y="3327"/>
                  </a:moveTo>
                  <a:lnTo>
                    <a:pt x="680300" y="3327"/>
                  </a:lnTo>
                  <a:lnTo>
                    <a:pt x="633590" y="139128"/>
                  </a:lnTo>
                  <a:lnTo>
                    <a:pt x="630301" y="148818"/>
                  </a:lnTo>
                  <a:lnTo>
                    <a:pt x="627468" y="157264"/>
                  </a:lnTo>
                  <a:lnTo>
                    <a:pt x="625119" y="164465"/>
                  </a:lnTo>
                  <a:lnTo>
                    <a:pt x="623227" y="170408"/>
                  </a:lnTo>
                  <a:lnTo>
                    <a:pt x="621538" y="165011"/>
                  </a:lnTo>
                  <a:lnTo>
                    <a:pt x="577430" y="32346"/>
                  </a:lnTo>
                  <a:lnTo>
                    <a:pt x="567728" y="3327"/>
                  </a:lnTo>
                  <a:lnTo>
                    <a:pt x="528777" y="3327"/>
                  </a:lnTo>
                  <a:lnTo>
                    <a:pt x="528777" y="198501"/>
                  </a:lnTo>
                  <a:lnTo>
                    <a:pt x="553707" y="198501"/>
                  </a:lnTo>
                  <a:lnTo>
                    <a:pt x="553707" y="32346"/>
                  </a:lnTo>
                  <a:lnTo>
                    <a:pt x="610146" y="198501"/>
                  </a:lnTo>
                  <a:lnTo>
                    <a:pt x="633488" y="198501"/>
                  </a:lnTo>
                  <a:lnTo>
                    <a:pt x="643229" y="170408"/>
                  </a:lnTo>
                  <a:lnTo>
                    <a:pt x="690143" y="35140"/>
                  </a:lnTo>
                  <a:lnTo>
                    <a:pt x="690143" y="198501"/>
                  </a:lnTo>
                  <a:lnTo>
                    <a:pt x="715060" y="198501"/>
                  </a:lnTo>
                  <a:lnTo>
                    <a:pt x="715060" y="35140"/>
                  </a:lnTo>
                  <a:lnTo>
                    <a:pt x="715060" y="3327"/>
                  </a:lnTo>
                  <a:close/>
                </a:path>
                <a:path w="1278890" h="201929">
                  <a:moveTo>
                    <a:pt x="889609" y="142722"/>
                  </a:moveTo>
                  <a:lnTo>
                    <a:pt x="874229" y="106476"/>
                  </a:lnTo>
                  <a:lnTo>
                    <a:pt x="854633" y="95453"/>
                  </a:lnTo>
                  <a:lnTo>
                    <a:pt x="865924" y="87172"/>
                  </a:lnTo>
                  <a:lnTo>
                    <a:pt x="874001" y="77355"/>
                  </a:lnTo>
                  <a:lnTo>
                    <a:pt x="878878" y="66001"/>
                  </a:lnTo>
                  <a:lnTo>
                    <a:pt x="880503" y="53124"/>
                  </a:lnTo>
                  <a:lnTo>
                    <a:pt x="879436" y="42811"/>
                  </a:lnTo>
                  <a:lnTo>
                    <a:pt x="854557" y="8953"/>
                  </a:lnTo>
                  <a:lnTo>
                    <a:pt x="818299" y="0"/>
                  </a:lnTo>
                  <a:lnTo>
                    <a:pt x="791044" y="3975"/>
                  </a:lnTo>
                  <a:lnTo>
                    <a:pt x="791514" y="3975"/>
                  </a:lnTo>
                  <a:lnTo>
                    <a:pt x="771347" y="15544"/>
                  </a:lnTo>
                  <a:lnTo>
                    <a:pt x="757326" y="34975"/>
                  </a:lnTo>
                  <a:lnTo>
                    <a:pt x="749617" y="62166"/>
                  </a:lnTo>
                  <a:lnTo>
                    <a:pt x="774319" y="67767"/>
                  </a:lnTo>
                  <a:lnTo>
                    <a:pt x="774319" y="63779"/>
                  </a:lnTo>
                  <a:lnTo>
                    <a:pt x="775690" y="57708"/>
                  </a:lnTo>
                  <a:lnTo>
                    <a:pt x="798271" y="26797"/>
                  </a:lnTo>
                  <a:lnTo>
                    <a:pt x="817994" y="22631"/>
                  </a:lnTo>
                  <a:lnTo>
                    <a:pt x="826020" y="23228"/>
                  </a:lnTo>
                  <a:lnTo>
                    <a:pt x="854735" y="45796"/>
                  </a:lnTo>
                  <a:lnTo>
                    <a:pt x="854735" y="61518"/>
                  </a:lnTo>
                  <a:lnTo>
                    <a:pt x="852385" y="67767"/>
                  </a:lnTo>
                  <a:lnTo>
                    <a:pt x="852335" y="67919"/>
                  </a:lnTo>
                  <a:lnTo>
                    <a:pt x="811898" y="86017"/>
                  </a:lnTo>
                  <a:lnTo>
                    <a:pt x="803541" y="86144"/>
                  </a:lnTo>
                  <a:lnTo>
                    <a:pt x="803541" y="108648"/>
                  </a:lnTo>
                  <a:lnTo>
                    <a:pt x="815898" y="108648"/>
                  </a:lnTo>
                  <a:lnTo>
                    <a:pt x="826096" y="109232"/>
                  </a:lnTo>
                  <a:lnTo>
                    <a:pt x="859358" y="129324"/>
                  </a:lnTo>
                  <a:lnTo>
                    <a:pt x="862457" y="144119"/>
                  </a:lnTo>
                  <a:lnTo>
                    <a:pt x="861745" y="150964"/>
                  </a:lnTo>
                  <a:lnTo>
                    <a:pt x="827976" y="179070"/>
                  </a:lnTo>
                  <a:lnTo>
                    <a:pt x="818299" y="179730"/>
                  </a:lnTo>
                  <a:lnTo>
                    <a:pt x="808748" y="178841"/>
                  </a:lnTo>
                  <a:lnTo>
                    <a:pt x="776173" y="151244"/>
                  </a:lnTo>
                  <a:lnTo>
                    <a:pt x="771080" y="136994"/>
                  </a:lnTo>
                  <a:lnTo>
                    <a:pt x="746366" y="143383"/>
                  </a:lnTo>
                  <a:lnTo>
                    <a:pt x="757123" y="168948"/>
                  </a:lnTo>
                  <a:lnTo>
                    <a:pt x="772731" y="187223"/>
                  </a:lnTo>
                  <a:lnTo>
                    <a:pt x="793165" y="198183"/>
                  </a:lnTo>
                  <a:lnTo>
                    <a:pt x="818400" y="201828"/>
                  </a:lnTo>
                  <a:lnTo>
                    <a:pt x="833716" y="200774"/>
                  </a:lnTo>
                  <a:lnTo>
                    <a:pt x="870127" y="184861"/>
                  </a:lnTo>
                  <a:lnTo>
                    <a:pt x="889469" y="144119"/>
                  </a:lnTo>
                  <a:lnTo>
                    <a:pt x="889546" y="143383"/>
                  </a:lnTo>
                  <a:lnTo>
                    <a:pt x="889609" y="142722"/>
                  </a:lnTo>
                  <a:close/>
                </a:path>
                <a:path w="1278890" h="201929">
                  <a:moveTo>
                    <a:pt x="982916" y="115836"/>
                  </a:moveTo>
                  <a:lnTo>
                    <a:pt x="909294" y="115836"/>
                  </a:lnTo>
                  <a:lnTo>
                    <a:pt x="909294" y="139928"/>
                  </a:lnTo>
                  <a:lnTo>
                    <a:pt x="982916" y="139928"/>
                  </a:lnTo>
                  <a:lnTo>
                    <a:pt x="982916" y="115836"/>
                  </a:lnTo>
                  <a:close/>
                </a:path>
                <a:path w="1278890" h="201929">
                  <a:moveTo>
                    <a:pt x="1152220" y="3327"/>
                  </a:moveTo>
                  <a:lnTo>
                    <a:pt x="997458" y="3327"/>
                  </a:lnTo>
                  <a:lnTo>
                    <a:pt x="997458" y="26365"/>
                  </a:lnTo>
                  <a:lnTo>
                    <a:pt x="1061745" y="26365"/>
                  </a:lnTo>
                  <a:lnTo>
                    <a:pt x="1061745" y="198501"/>
                  </a:lnTo>
                  <a:lnTo>
                    <a:pt x="1087615" y="198501"/>
                  </a:lnTo>
                  <a:lnTo>
                    <a:pt x="1087615" y="26365"/>
                  </a:lnTo>
                  <a:lnTo>
                    <a:pt x="1152220" y="26365"/>
                  </a:lnTo>
                  <a:lnTo>
                    <a:pt x="1152220" y="3327"/>
                  </a:lnTo>
                  <a:close/>
                </a:path>
                <a:path w="1278890" h="201929">
                  <a:moveTo>
                    <a:pt x="1226146" y="128206"/>
                  </a:moveTo>
                  <a:lnTo>
                    <a:pt x="1184363" y="67500"/>
                  </a:lnTo>
                  <a:lnTo>
                    <a:pt x="1164259" y="67500"/>
                  </a:lnTo>
                  <a:lnTo>
                    <a:pt x="1199438" y="128206"/>
                  </a:lnTo>
                  <a:lnTo>
                    <a:pt x="1164259" y="188925"/>
                  </a:lnTo>
                  <a:lnTo>
                    <a:pt x="1184363" y="188925"/>
                  </a:lnTo>
                  <a:lnTo>
                    <a:pt x="1226146" y="128206"/>
                  </a:lnTo>
                  <a:close/>
                </a:path>
                <a:path w="1278890" h="201929">
                  <a:moveTo>
                    <a:pt x="1278394" y="128206"/>
                  </a:moveTo>
                  <a:lnTo>
                    <a:pt x="1235875" y="67500"/>
                  </a:lnTo>
                  <a:lnTo>
                    <a:pt x="1216190" y="67500"/>
                  </a:lnTo>
                  <a:lnTo>
                    <a:pt x="1250962" y="128206"/>
                  </a:lnTo>
                  <a:lnTo>
                    <a:pt x="1216304" y="188925"/>
                  </a:lnTo>
                  <a:lnTo>
                    <a:pt x="1235875" y="188925"/>
                  </a:lnTo>
                  <a:lnTo>
                    <a:pt x="1278394" y="128206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446248" y="8489030"/>
            <a:ext cx="2392680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М.</a:t>
            </a:r>
            <a:r>
              <a:rPr dirty="0" sz="26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Кулешов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446248" y="9698313"/>
            <a:ext cx="303466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Я.</a:t>
            </a:r>
            <a:r>
              <a:rPr dirty="0" sz="26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В.</a:t>
            </a:r>
            <a:r>
              <a:rPr dirty="0" sz="2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Непомнящих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Пример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008150" y="5729533"/>
            <a:ext cx="13006069" cy="1238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latin typeface="Arial MT"/>
                <a:cs typeface="Arial MT"/>
              </a:rPr>
              <a:t>IP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–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Intellectual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Property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23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https://digilent.com/reference/learn/programmable-logic/tutorials/zybo-creating-custom-ip-</a:t>
            </a:r>
            <a:r>
              <a:rPr dirty="0" u="sng" sz="23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cores/start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370" y="3753184"/>
            <a:ext cx="10489314" cy="525093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370" y="2942737"/>
            <a:ext cx="10489314" cy="68869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370" y="3542091"/>
            <a:ext cx="10489314" cy="56618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370" y="3072157"/>
            <a:ext cx="10489314" cy="66016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2627" y="2588402"/>
            <a:ext cx="10488057" cy="7541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2627" y="2588402"/>
            <a:ext cx="10488057" cy="7541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1520" y="4012024"/>
            <a:ext cx="6570271" cy="473702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2627" y="2588402"/>
            <a:ext cx="10488057" cy="75415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3594" y="3015614"/>
            <a:ext cx="8648532" cy="672984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675" y="2716566"/>
            <a:ext cx="9883678" cy="72398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675" y="3157600"/>
            <a:ext cx="9883678" cy="644462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9369" y="2347153"/>
            <a:ext cx="13174467" cy="806677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9829" y="3974421"/>
            <a:ext cx="10293003" cy="488771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114" y="3044657"/>
            <a:ext cx="12028395" cy="670450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2345" y="2445161"/>
            <a:ext cx="9128517" cy="788206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3663" y="3268247"/>
            <a:ext cx="11425985" cy="625453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1730" y="4800154"/>
            <a:ext cx="11436530" cy="323645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Создание</a:t>
            </a:r>
            <a:r>
              <a:rPr dirty="0" spc="-285"/>
              <a:t> </a:t>
            </a:r>
            <a:r>
              <a:rPr dirty="0" spc="-10"/>
              <a:t>компонента</a:t>
            </a:r>
            <a:r>
              <a:rPr dirty="0" spc="-285"/>
              <a:t> </a:t>
            </a:r>
            <a:r>
              <a:rPr dirty="0" spc="-20"/>
              <a:t>(IP)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23237" y="5638352"/>
            <a:ext cx="6828155" cy="129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1165">
              <a:lnSpc>
                <a:spcPct val="120500"/>
              </a:lnSpc>
              <a:spcBef>
                <a:spcPts val="100"/>
              </a:spcBef>
            </a:pPr>
            <a:r>
              <a:rPr dirty="0" sz="2300">
                <a:latin typeface="Arial MT"/>
                <a:cs typeface="Arial MT"/>
              </a:rPr>
              <a:t>This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work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is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licensed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under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Creative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Commons Attribution-</a:t>
            </a:r>
            <a:r>
              <a:rPr dirty="0" sz="2300">
                <a:latin typeface="Arial MT"/>
                <a:cs typeface="Arial MT"/>
              </a:rPr>
              <a:t>ShareAlike</a:t>
            </a:r>
            <a:r>
              <a:rPr dirty="0" sz="2300" spc="4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3.0</a:t>
            </a:r>
            <a:r>
              <a:rPr dirty="0" sz="2300" spc="4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Unported</a:t>
            </a:r>
            <a:r>
              <a:rPr dirty="0" sz="2300" spc="6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License.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300">
                <a:latin typeface="Arial MT"/>
                <a:cs typeface="Arial MT"/>
              </a:rPr>
              <a:t>It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makes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 of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works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Mateus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Machado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Luna.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3931" y="5656791"/>
            <a:ext cx="3839883" cy="135325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">
              <a:lnSpc>
                <a:spcPts val="2365"/>
              </a:lnSpc>
            </a:pPr>
            <a:fld id="{81D60167-4931-47E6-BA6A-407CBD079E47}" type="slidenum">
              <a:rPr dirty="0" spc="35">
                <a:solidFill>
                  <a:srgbClr val="FFFFFF"/>
                </a:solidFill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5807" y="4864072"/>
            <a:ext cx="11533505" cy="12820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50" spc="-25"/>
              <a:t>Спасибо</a:t>
            </a:r>
            <a:r>
              <a:rPr dirty="0" sz="8250" spc="-430"/>
              <a:t> </a:t>
            </a:r>
            <a:r>
              <a:rPr dirty="0" sz="8250" spc="260"/>
              <a:t>за</a:t>
            </a:r>
            <a:r>
              <a:rPr dirty="0" sz="8250" spc="-430"/>
              <a:t> </a:t>
            </a:r>
            <a:r>
              <a:rPr dirty="0" sz="8250" spc="-80"/>
              <a:t>внимание!</a:t>
            </a:r>
            <a:endParaRPr sz="8250"/>
          </a:p>
        </p:txBody>
      </p:sp>
      <p:grpSp>
        <p:nvGrpSpPr>
          <p:cNvPr id="4" name="object 4" descr=""/>
          <p:cNvGrpSpPr/>
          <p:nvPr/>
        </p:nvGrpSpPr>
        <p:grpSpPr>
          <a:xfrm>
            <a:off x="1119547" y="1370848"/>
            <a:ext cx="17661890" cy="9239250"/>
            <a:chOff x="1119547" y="1370848"/>
            <a:chExt cx="17661890" cy="9239250"/>
          </a:xfrm>
        </p:grpSpPr>
        <p:sp>
          <p:nvSpPr>
            <p:cNvPr id="5" name="object 5" descr=""/>
            <p:cNvSpPr/>
            <p:nvPr/>
          </p:nvSpPr>
          <p:spPr>
            <a:xfrm>
              <a:off x="18280908" y="10111105"/>
              <a:ext cx="500380" cy="499109"/>
            </a:xfrm>
            <a:custGeom>
              <a:avLst/>
              <a:gdLst/>
              <a:ahLst/>
              <a:cxnLst/>
              <a:rect l="l" t="t" r="r" b="b"/>
              <a:pathLst>
                <a:path w="500380" h="499109">
                  <a:moveTo>
                    <a:pt x="250044" y="0"/>
                  </a:moveTo>
                  <a:lnTo>
                    <a:pt x="205094" y="4016"/>
                  </a:lnTo>
                  <a:lnTo>
                    <a:pt x="162789" y="15598"/>
                  </a:lnTo>
                  <a:lnTo>
                    <a:pt x="123835" y="34042"/>
                  </a:lnTo>
                  <a:lnTo>
                    <a:pt x="88937" y="58643"/>
                  </a:lnTo>
                  <a:lnTo>
                    <a:pt x="58802" y="88700"/>
                  </a:lnTo>
                  <a:lnTo>
                    <a:pt x="34135" y="123509"/>
                  </a:lnTo>
                  <a:lnTo>
                    <a:pt x="15641" y="162367"/>
                  </a:lnTo>
                  <a:lnTo>
                    <a:pt x="4028" y="204570"/>
                  </a:lnTo>
                  <a:lnTo>
                    <a:pt x="0" y="249416"/>
                  </a:lnTo>
                  <a:lnTo>
                    <a:pt x="4028" y="294248"/>
                  </a:lnTo>
                  <a:lnTo>
                    <a:pt x="15641" y="336444"/>
                  </a:lnTo>
                  <a:lnTo>
                    <a:pt x="34135" y="375299"/>
                  </a:lnTo>
                  <a:lnTo>
                    <a:pt x="58802" y="410110"/>
                  </a:lnTo>
                  <a:lnTo>
                    <a:pt x="88937" y="440171"/>
                  </a:lnTo>
                  <a:lnTo>
                    <a:pt x="123835" y="464779"/>
                  </a:lnTo>
                  <a:lnTo>
                    <a:pt x="162789" y="483228"/>
                  </a:lnTo>
                  <a:lnTo>
                    <a:pt x="205094" y="494814"/>
                  </a:lnTo>
                  <a:lnTo>
                    <a:pt x="250044" y="498832"/>
                  </a:lnTo>
                  <a:lnTo>
                    <a:pt x="294994" y="494814"/>
                  </a:lnTo>
                  <a:lnTo>
                    <a:pt x="337299" y="483228"/>
                  </a:lnTo>
                  <a:lnTo>
                    <a:pt x="376253" y="464779"/>
                  </a:lnTo>
                  <a:lnTo>
                    <a:pt x="411151" y="440171"/>
                  </a:lnTo>
                  <a:lnTo>
                    <a:pt x="441287" y="410110"/>
                  </a:lnTo>
                  <a:lnTo>
                    <a:pt x="465954" y="375299"/>
                  </a:lnTo>
                  <a:lnTo>
                    <a:pt x="484447" y="336444"/>
                  </a:lnTo>
                  <a:lnTo>
                    <a:pt x="496061" y="294248"/>
                  </a:lnTo>
                  <a:lnTo>
                    <a:pt x="500089" y="249416"/>
                  </a:lnTo>
                  <a:lnTo>
                    <a:pt x="496061" y="204570"/>
                  </a:lnTo>
                  <a:lnTo>
                    <a:pt x="484447" y="162367"/>
                  </a:lnTo>
                  <a:lnTo>
                    <a:pt x="465954" y="123509"/>
                  </a:lnTo>
                  <a:lnTo>
                    <a:pt x="441287" y="88700"/>
                  </a:lnTo>
                  <a:lnTo>
                    <a:pt x="411151" y="58643"/>
                  </a:lnTo>
                  <a:lnTo>
                    <a:pt x="376253" y="34042"/>
                  </a:lnTo>
                  <a:lnTo>
                    <a:pt x="337299" y="15598"/>
                  </a:lnTo>
                  <a:lnTo>
                    <a:pt x="294994" y="4016"/>
                  </a:lnTo>
                  <a:lnTo>
                    <a:pt x="250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318790" y="10371202"/>
              <a:ext cx="12607290" cy="0"/>
            </a:xfrm>
            <a:custGeom>
              <a:avLst/>
              <a:gdLst/>
              <a:ahLst/>
              <a:cxnLst/>
              <a:rect l="l" t="t" r="r" b="b"/>
              <a:pathLst>
                <a:path w="12607290" h="0">
                  <a:moveTo>
                    <a:pt x="12606945" y="0"/>
                  </a:moveTo>
                  <a:lnTo>
                    <a:pt x="0" y="0"/>
                  </a:lnTo>
                </a:path>
              </a:pathLst>
            </a:custGeom>
            <a:ln w="502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9547" y="1370848"/>
              <a:ext cx="1046669" cy="104666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365"/>
              </a:lnSpc>
            </a:pPr>
            <a:fld id="{81D60167-4931-47E6-BA6A-407CBD079E47}" type="slidenum">
              <a:rPr dirty="0" spc="-40"/>
              <a:t>21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1386314" y="10245245"/>
            <a:ext cx="3787775" cy="266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64"/>
              </a:lnSpc>
            </a:pPr>
            <a:r>
              <a:rPr dirty="0" sz="1900" spc="55">
                <a:solidFill>
                  <a:srgbClr val="FFFFFF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9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5">
                <a:solidFill>
                  <a:srgbClr val="FFFFFF"/>
                </a:solidFill>
                <a:latin typeface="Microsoft Sans Serif"/>
                <a:cs typeface="Microsoft Sans Serif"/>
              </a:rPr>
              <a:t>КОМПОНЕНТА</a:t>
            </a:r>
            <a:r>
              <a:rPr dirty="0" sz="19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Microsoft Sans Serif"/>
                <a:cs typeface="Microsoft Sans Serif"/>
              </a:rPr>
              <a:t>(IP)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Татьяна</dc:creator>
  <dc:title>Принципы и основы алгоритмизации</dc:title>
  <dcterms:created xsi:type="dcterms:W3CDTF">2025-11-27T08:49:38Z</dcterms:created>
  <dcterms:modified xsi:type="dcterms:W3CDTF">2025-11-27T08:49:38Z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